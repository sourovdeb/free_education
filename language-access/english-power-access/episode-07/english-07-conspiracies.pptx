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8caf59ce7844121" /><Relationship Type="http://schemas.openxmlformats.org/officeDocument/2006/relationships/extended-properties" Target="/docProps/app.xml" Id="Rce8ebbe097dd49a6" /><Relationship Type="http://schemas.openxmlformats.org/officeDocument/2006/relationships/officeDocument" Target="/ppt/presentation.xml" Id="Raf26e4e30e154f6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927cefc7c5f4ac5"/>
  </p:sldMasterIdLst>
  <p:notesMasterIdLst>
    <p:notesMasterId xmlns:r="http://schemas.openxmlformats.org/officeDocument/2006/relationships" r:id="Rc2173a33b2d64ba7"/>
  </p:notesMasterIdLst>
  <p:sldIdLst>
    <p:sldId xmlns:r="http://schemas.openxmlformats.org/officeDocument/2006/relationships" id="256" r:id="R186e2ac94e4742ec"/>
    <p:sldId xmlns:r="http://schemas.openxmlformats.org/officeDocument/2006/relationships" id="257" r:id="R91136996e78b4d33"/>
    <p:sldId xmlns:r="http://schemas.openxmlformats.org/officeDocument/2006/relationships" id="258" r:id="R34f8046ac8184278"/>
    <p:sldId xmlns:r="http://schemas.openxmlformats.org/officeDocument/2006/relationships" id="259" r:id="Rc5f005c42a6a4c8f"/>
    <p:sldId xmlns:r="http://schemas.openxmlformats.org/officeDocument/2006/relationships" id="260" r:id="Ra402f52ddbe24b17"/>
    <p:sldId xmlns:r="http://schemas.openxmlformats.org/officeDocument/2006/relationships" id="261" r:id="R99e3336dfc584587"/>
    <p:sldId xmlns:r="http://schemas.openxmlformats.org/officeDocument/2006/relationships" id="262" r:id="R05330359b20e4853"/>
    <p:sldId xmlns:r="http://schemas.openxmlformats.org/officeDocument/2006/relationships" id="263" r:id="R951e38582d8c439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7dbae004ce9488f" /><Relationship Type="http://schemas.openxmlformats.org/officeDocument/2006/relationships/slideMaster" Target="/ppt/slideMasters/slideMaster1.xml" Id="R4927cefc7c5f4ac5" /><Relationship Type="http://schemas.openxmlformats.org/officeDocument/2006/relationships/notesMaster" Target="/ppt/notesMasters/notesMaster1.xml" Id="Rc2173a33b2d64ba7" /><Relationship Type="http://schemas.openxmlformats.org/officeDocument/2006/relationships/presProps" Target="/ppt/presProps.xml" Id="Rbe596afd31d5410a" /><Relationship Type="http://schemas.openxmlformats.org/officeDocument/2006/relationships/tableStyles" Target="/ppt/tableStyles.xml" Id="R50144a56eeb74fda" /><Relationship Type="http://schemas.openxmlformats.org/officeDocument/2006/relationships/slide" Target="/ppt/slides/slide1.xml" Id="R186e2ac94e4742ec" /><Relationship Type="http://schemas.openxmlformats.org/officeDocument/2006/relationships/slide" Target="/ppt/slides/slide2.xml" Id="R91136996e78b4d33" /><Relationship Type="http://schemas.openxmlformats.org/officeDocument/2006/relationships/slide" Target="/ppt/slides/slide3.xml" Id="R34f8046ac8184278" /><Relationship Type="http://schemas.openxmlformats.org/officeDocument/2006/relationships/slide" Target="/ppt/slides/slide4.xml" Id="Rc5f005c42a6a4c8f" /><Relationship Type="http://schemas.openxmlformats.org/officeDocument/2006/relationships/slide" Target="/ppt/slides/slide5.xml" Id="Ra402f52ddbe24b17" /><Relationship Type="http://schemas.openxmlformats.org/officeDocument/2006/relationships/slide" Target="/ppt/slides/slide6.xml" Id="R99e3336dfc584587" /><Relationship Type="http://schemas.openxmlformats.org/officeDocument/2006/relationships/slide" Target="/ppt/slides/slide7.xml" Id="R05330359b20e4853" /><Relationship Type="http://schemas.openxmlformats.org/officeDocument/2006/relationships/slide" Target="/ppt/slides/slide8.xml" Id="R951e38582d8c439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45b6ddc1b514d5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bd8f4410a0bc480f" /><Relationship Type="http://schemas.openxmlformats.org/officeDocument/2006/relationships/notesMaster" Target="/ppt/notesMasters/notesMaster1.xml" Id="R8afcfaa07c95442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2a67c3e1bf940e8" /><Relationship Type="http://schemas.openxmlformats.org/officeDocument/2006/relationships/notesMaster" Target="/ppt/notesMasters/notesMaster1.xml" Id="R414b715ac9e945ea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30b9fb2804247c2" /><Relationship Type="http://schemas.openxmlformats.org/officeDocument/2006/relationships/notesMaster" Target="/ppt/notesMasters/notesMaster1.xml" Id="R33a189332f2a4cd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dc064b87e694e93" /><Relationship Type="http://schemas.openxmlformats.org/officeDocument/2006/relationships/notesMaster" Target="/ppt/notesMasters/notesMaster1.xml" Id="Re18fa6df070648b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2e8ba788f634789" /><Relationship Type="http://schemas.openxmlformats.org/officeDocument/2006/relationships/notesMaster" Target="/ppt/notesMasters/notesMaster1.xml" Id="Ra414a916f4ff4c8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d577f1929cc4649" /><Relationship Type="http://schemas.openxmlformats.org/officeDocument/2006/relationships/notesMaster" Target="/ppt/notesMasters/notesMaster1.xml" Id="Rb15e6ec452c3492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52bd73fcd694e10" /><Relationship Type="http://schemas.openxmlformats.org/officeDocument/2006/relationships/notesMaster" Target="/ppt/notesMasters/notesMaster1.xml" Id="R0de0e13150294ca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3ceacaea7bf4039" /><Relationship Type="http://schemas.openxmlformats.org/officeDocument/2006/relationships/notesMaster" Target="/ppt/notesMasters/notesMaster1.xml" Id="R26410c973fab4020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Public policies survive.</a:t>
            </a:r>
          </a:p>
          <a:p xmlns:a="http://schemas.openxmlformats.org/drawingml/2006/main">
            <a:r>
              <a:t>Inference: Records test rumours.</a:t>
            </a:r>
          </a:p>
          <a:p xmlns:a="http://schemas.openxmlformats.org/drawingml/2006/main">
            <a:r>
              <a:t>Unproven: One secret masterplan.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https://commission.europa.eu/strategy-and-policy/coronavirus-response/fighting-disinformation/identifying-conspiracy-theories_en</a:t>
            </a:r>
          </a:p>
          <a:p xmlns:a="http://schemas.openxmlformats.org/drawingml/2006/main">
            <a:r>
              <a:t>https://unesdoc.unesco.org/ark:/48223/pf0000381958</a:t>
            </a:r>
          </a:p>
          <a:p xmlns:a="http://schemas.openxmlformats.org/drawingml/2006/main">
            <a:r>
              <a:t>https://franpritchett.com/00generallinks/macaulay/txt_minute_education_1835.html</a:t>
            </a:r>
          </a:p>
          <a:p xmlns:a="http://schemas.openxmlformats.org/drawingml/2006/main">
            <a:r>
              <a:t>https://www.britishcouncil.org/about-us/history</a:t>
            </a:r>
          </a:p>
          <a:p xmlns:a="http://schemas.openxmlformats.org/drawingml/2006/main">
            <a:r>
              <a:t>Artwork is illustrative.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Conspiracies need decisive evidence.</a:t>
            </a:r>
          </a:p>
          <a:p xmlns:a="http://schemas.openxmlformats.org/drawingml/2006/main">
            <a:r>
              <a:t>Inference: Four tests reduce error.</a:t>
            </a:r>
          </a:p>
          <a:p xmlns:a="http://schemas.openxmlformats.org/drawingml/2006/main">
            <a:r>
              <a:t>Unproven never means false.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https://commission.europa.eu/strategy-and-policy/coronavirus-response/fighting-disinformation/identifying-conspiracy-theories_en</a:t>
            </a:r>
          </a:p>
          <a:p xmlns:a="http://schemas.openxmlformats.org/drawingml/2006/main">
            <a:r>
              <a:t>https://unesdoc.unesco.org/ark:/48223/pf0000381958</a:t>
            </a:r>
          </a:p>
          <a:p xmlns:a="http://schemas.openxmlformats.org/drawingml/2006/main">
            <a:r>
              <a:t>https://www.unesco.org/en/articles/addressing-conspiracy-theories-through-education-unesco-guidance-teachers</a:t>
            </a:r>
          </a:p>
          <a:p xmlns:a="http://schemas.openxmlformats.org/drawingml/2006/main">
            <a:r>
              <a:t>Artwork is illustrative.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Public records survive.</a:t>
            </a:r>
          </a:p>
          <a:p xmlns:a="http://schemas.openxmlformats.org/drawingml/2006/main">
            <a:r>
              <a:t>Evidence: Policies differed greatly.</a:t>
            </a:r>
          </a:p>
          <a:p xmlns:a="http://schemas.openxmlformats.org/drawingml/2006/main">
            <a:r>
              <a:t>Inference: Empire used language strategically.</a:t>
            </a:r>
          </a:p>
          <a:p xmlns:a="http://schemas.openxmlformats.org/drawingml/2006/main">
            <a:r>
              <a:t>Unproven: Policies formed one plan.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https://franpritchett.com/00generallinks/macaulay/txt_minute_education_1835.html</a:t>
            </a:r>
          </a:p>
          <a:p xmlns:a="http://schemas.openxmlformats.org/drawingml/2006/main">
            <a:r>
              <a:t>https://en.wikisource.org/wiki/The_Despatch_of_1854%2C_on_General_Education_in_India</a:t>
            </a:r>
          </a:p>
          <a:p xmlns:a="http://schemas.openxmlformats.org/drawingml/2006/main">
            <a:r>
              <a:t>https://doi.org/10.1093/ehr/LXXX.CCCXIV.70</a:t>
            </a:r>
          </a:p>
          <a:p xmlns:a="http://schemas.openxmlformats.org/drawingml/2006/main">
            <a:r>
              <a:t>https://www.britishcouncil.org/about-us/history</a:t>
            </a:r>
          </a:p>
          <a:p xmlns:a="http://schemas.openxmlformats.org/drawingml/2006/main">
            <a:r>
              <a:t>Artwork is illustrative.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Policies varied.</a:t>
            </a:r>
          </a:p>
          <a:p xmlns:a="http://schemas.openxmlformats.org/drawingml/2006/main">
            <a:r>
              <a:t>Evidence: Public missions existed.</a:t>
            </a:r>
          </a:p>
          <a:p xmlns:a="http://schemas.openxmlformats.org/drawingml/2006/main">
            <a:r>
              <a:t>Inference: Ordinary causes explain spread.</a:t>
            </a:r>
          </a:p>
          <a:p xmlns:a="http://schemas.openxmlformats.org/drawingml/2006/main">
            <a:r>
              <a:t>Unproven: Coordinated global secrecy.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https://franpritchett.com/00generallinks/macaulay/txt_minute_education_1835.html</a:t>
            </a:r>
          </a:p>
          <a:p xmlns:a="http://schemas.openxmlformats.org/drawingml/2006/main">
            <a:r>
              <a:t>https://en.wikisource.org/wiki/The_Despatch_of_1854%2C_on_General_Education_in_India</a:t>
            </a:r>
          </a:p>
          <a:p xmlns:a="http://schemas.openxmlformats.org/drawingml/2006/main">
            <a:r>
              <a:t>https://doi.org/10.1093/ehr/LXXX.CCCXIV.70</a:t>
            </a:r>
          </a:p>
          <a:p xmlns:a="http://schemas.openxmlformats.org/drawingml/2006/main">
            <a:r>
              <a:t>https://www.britishcouncil.org/about-us/history</a:t>
            </a:r>
          </a:p>
          <a:p xmlns:a="http://schemas.openxmlformats.org/drawingml/2006/main">
            <a:r>
              <a:t>https://www.cambridge.org/core/books/english-as-a-global-language/690D300092A3B5E4733677FCC9A42E98</a:t>
            </a:r>
          </a:p>
          <a:p xmlns:a="http://schemas.openxmlformats.org/drawingml/2006/main">
            <a:r>
              <a:t>https://journals.librarypublishing.arizona.edu/cms/article/id/6710/</a:t>
            </a:r>
          </a:p>
          <a:p xmlns:a="http://schemas.openxmlformats.org/drawingml/2006/main">
            <a:r>
              <a:t>Artwork is illustrative.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Missions are public.</a:t>
            </a:r>
          </a:p>
          <a:p xmlns:a="http://schemas.openxmlformats.org/drawingml/2006/main">
            <a:r>
              <a:t>Evidence: Aviation sets requirements.</a:t>
            </a:r>
          </a:p>
          <a:p xmlns:a="http://schemas.openxmlformats.org/drawingml/2006/main">
            <a:r>
              <a:t>Inference: Institutions create demand.</a:t>
            </a:r>
          </a:p>
          <a:p xmlns:a="http://schemas.openxmlformats.org/drawingml/2006/main">
            <a:r>
              <a:t>Unproven: Promotion proves conspiracy.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https://www.britishcouncil.org/about-us/history</a:t>
            </a:r>
          </a:p>
          <a:p xmlns:a="http://schemas.openxmlformats.org/drawingml/2006/main">
            <a:r>
              <a:t>https://www.britishcouncil.org/about-us</a:t>
            </a:r>
          </a:p>
          <a:p xmlns:a="http://schemas.openxmlformats.org/drawingml/2006/main">
            <a:r>
              <a:t>https://www.icao.int/safety/lpr/pages/language-proficiency-requirements.aspx</a:t>
            </a:r>
          </a:p>
          <a:p xmlns:a="http://schemas.openxmlformats.org/drawingml/2006/main">
            <a:r>
              <a:t>Artwork is illustrative.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Power shaped spread.</a:t>
            </a:r>
          </a:p>
          <a:p xmlns:a="http://schemas.openxmlformats.org/drawingml/2006/main">
            <a:r>
              <a:t>Inference: Networks sustained demand.</a:t>
            </a:r>
          </a:p>
          <a:p xmlns:a="http://schemas.openxmlformats.org/drawingml/2006/main">
            <a:r>
              <a:t>Unproven: Simplicity caused dominance.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https://www.cambridge.org/core/books/english-as-a-global-language/690D300092A3B5E4733677FCC9A42E98</a:t>
            </a:r>
          </a:p>
          <a:p xmlns:a="http://schemas.openxmlformats.org/drawingml/2006/main">
            <a:r>
              <a:t>https://journals.librarypublishing.arizona.edu/cms/article/id/6710/</a:t>
            </a:r>
          </a:p>
          <a:p xmlns:a="http://schemas.openxmlformats.org/drawingml/2006/main">
            <a:r>
              <a:t>Artwork is illustrative.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Multilingual systems persist.</a:t>
            </a:r>
          </a:p>
          <a:p xmlns:a="http://schemas.openxmlformats.org/drawingml/2006/main">
            <a:r>
              <a:t>Evidence: Language pressure remains.</a:t>
            </a:r>
          </a:p>
          <a:p xmlns:a="http://schemas.openxmlformats.org/drawingml/2006/main">
            <a:r>
              <a:t>Inference: Erasure claims overreach.</a:t>
            </a:r>
          </a:p>
          <a:p xmlns:a="http://schemas.openxmlformats.org/drawingml/2006/main">
            <a:r>
              <a:t>Unproven: Every rival disappeared.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https://www.un.org/en/our-work/official-languages</a:t>
            </a:r>
          </a:p>
          <a:p xmlns:a="http://schemas.openxmlformats.org/drawingml/2006/main">
            <a:r>
              <a:t>https://eur-lex.europa.eu/oj/direct-access.html</a:t>
            </a:r>
          </a:p>
          <a:p xmlns:a="http://schemas.openxmlformats.org/drawingml/2006/main">
            <a:r>
              <a:t>https://www.unesco.org/en/languages-education/need-know</a:t>
            </a:r>
          </a:p>
          <a:p xmlns:a="http://schemas.openxmlformats.org/drawingml/2006/main">
            <a:r>
              <a:t>https://www.cambridge.org/core/books/english-as-a-global-language/690D300092A3B5E4733677FCC9A42E98</a:t>
            </a:r>
          </a:p>
          <a:p xmlns:a="http://schemas.openxmlformats.org/drawingml/2006/main">
            <a:r>
              <a:t>Artwork is illustrative.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Evidence: Sources appear above.</a:t>
            </a:r>
          </a:p>
          <a:p xmlns:a="http://schemas.openxmlformats.org/drawingml/2006/main">
            <a:r>
              <a:t>Inference: Verdicts stay calibrated.</a:t>
            </a:r>
          </a:p>
          <a:p xmlns:a="http://schemas.openxmlformats.org/drawingml/2006/main">
            <a:r>
              <a:t>Unproven claims stay visible.</a:t>
            </a:r>
          </a:p>
          <a:p xmlns:a="http://schemas.openxmlformats.org/drawingml/2006/main">
            <a:r>
              <a:t>Sources:</a:t>
            </a:r>
          </a:p>
          <a:p xmlns:a="http://schemas.openxmlformats.org/drawingml/2006/main">
            <a:r>
              <a:t>https://commission.europa.eu/strategy-and-policy/coronavirus-response/fighting-disinformation/identifying-conspiracy-theories_en</a:t>
            </a:r>
          </a:p>
          <a:p xmlns:a="http://schemas.openxmlformats.org/drawingml/2006/main">
            <a:r>
              <a:t>https://unesdoc.unesco.org/ark:/48223/pf0000381958</a:t>
            </a:r>
          </a:p>
          <a:p xmlns:a="http://schemas.openxmlformats.org/drawingml/2006/main">
            <a:r>
              <a:t>https://www.unesco.org/en/articles/addressing-conspiracy-theories-through-education-unesco-guidance-teachers</a:t>
            </a:r>
          </a:p>
          <a:p xmlns:a="http://schemas.openxmlformats.org/drawingml/2006/main">
            <a:r>
              <a:t>https://franpritchett.com/00generallinks/macaulay/txt_minute_education_1835.html</a:t>
            </a:r>
          </a:p>
          <a:p xmlns:a="http://schemas.openxmlformats.org/drawingml/2006/main">
            <a:r>
              <a:t>https://en.wikisource.org/wiki/The_Despatch_of_1854%2C_on_General_Education_in_India</a:t>
            </a:r>
          </a:p>
          <a:p xmlns:a="http://schemas.openxmlformats.org/drawingml/2006/main">
            <a:r>
              <a:t>https://doi.org/10.1093/ehr/LXXX.CCCXIV.70</a:t>
            </a:r>
          </a:p>
          <a:p xmlns:a="http://schemas.openxmlformats.org/drawingml/2006/main">
            <a:r>
              <a:t>https://www.britishcouncil.org/about-us/history</a:t>
            </a:r>
          </a:p>
          <a:p xmlns:a="http://schemas.openxmlformats.org/drawingml/2006/main">
            <a:r>
              <a:t>https://www.britishcouncil.org/about-us</a:t>
            </a:r>
          </a:p>
          <a:p xmlns:a="http://schemas.openxmlformats.org/drawingml/2006/main">
            <a:r>
              <a:t>https://www.icao.int/safety/lpr/pages/language-proficiency-requirements.aspx</a:t>
            </a:r>
          </a:p>
          <a:p xmlns:a="http://schemas.openxmlformats.org/drawingml/2006/main">
            <a:r>
              <a:t>https://www.cambridge.org/core/books/english-as-a-global-language/690D300092A3B5E4733677FCC9A42E98</a:t>
            </a:r>
          </a:p>
          <a:p xmlns:a="http://schemas.openxmlformats.org/drawingml/2006/main">
            <a:r>
              <a:t>https://journals.librarypublishing.arizona.edu/cms/article/id/6710/</a:t>
            </a:r>
          </a:p>
          <a:p xmlns:a="http://schemas.openxmlformats.org/drawingml/2006/main">
            <a:r>
              <a:t>https://www.un.org/en/our-work/official-languages</a:t>
            </a:r>
          </a:p>
          <a:p xmlns:a="http://schemas.openxmlformats.org/drawingml/2006/main">
            <a:r>
              <a:t>https://eur-lex.europa.eu/oj/direct-access.html</a:t>
            </a:r>
          </a:p>
          <a:p xmlns:a="http://schemas.openxmlformats.org/drawingml/2006/main">
            <a:r>
              <a:t>https://www.unesco.org/en/languages-education/need-know</a:t>
            </a:r>
          </a:p>
          <a:p xmlns:a="http://schemas.openxmlformats.org/drawingml/2006/main">
            <a:r>
              <a:t>Artwork is illustrative.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c0cec5297bf4d9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1a2424d0054c4626" /><Relationship Type="http://schemas.openxmlformats.org/officeDocument/2006/relationships/slideLayout" Target="/ppt/slideLayouts/slideLayout1.xml" Id="R5633ba275c204d0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633ba275c204d0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af09d7c1624526" /><Relationship Type="http://schemas.openxmlformats.org/officeDocument/2006/relationships/image" Target="/ppt/media/image.png" Id="R0b0b8fda29184439" /><Relationship Type="http://schemas.openxmlformats.org/officeDocument/2006/relationships/notesSlide" Target="/ppt/notesSlides/notesSlide1.xml" Id="Red55904948bd47b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d4113f9c694e71" /><Relationship Type="http://schemas.openxmlformats.org/officeDocument/2006/relationships/notesSlide" Target="/ppt/notesSlides/notesSlide2.xml" Id="R4c4dc506a779454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eef01f3c6f4752" /><Relationship Type="http://schemas.openxmlformats.org/officeDocument/2006/relationships/notesSlide" Target="/ppt/notesSlides/notesSlide3.xml" Id="R608a077d1b764400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92a67f228ac4ecf" /><Relationship Type="http://schemas.openxmlformats.org/officeDocument/2006/relationships/notesSlide" Target="/ppt/notesSlides/notesSlide4.xml" Id="Rf4e1d7a01b5e4ce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2d36f7a3094fb9" /><Relationship Type="http://schemas.openxmlformats.org/officeDocument/2006/relationships/notesSlide" Target="/ppt/notesSlides/notesSlide5.xml" Id="R0cf72a3df57e460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1959da1e464487" /><Relationship Type="http://schemas.openxmlformats.org/officeDocument/2006/relationships/notesSlide" Target="/ppt/notesSlides/notesSlide6.xml" Id="Rd39592a824e54520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c6f279c9484161" /><Relationship Type="http://schemas.openxmlformats.org/officeDocument/2006/relationships/notesSlide" Target="/ppt/notesSlides/notesSlide7.xml" Id="Rbac0c2c6efc841a1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b897b84a2a4261" /><Relationship Type="http://schemas.openxmlformats.org/officeDocument/2006/relationships/notesSlide" Target="/ppt/notesSlides/notesSlide8.xml" Id="R4fe74b10c20d4a28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0b8fda29184439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kicker">
            <a:extLst xmlns:a="http://schemas.openxmlformats.org/drawingml/2006/main">
              <a:ext uri="{FF2B5EF4-FFF2-40B4-BE49-F238E27FC236}">
                <a16:creationId xmlns:a16="http://schemas.microsoft.com/office/drawing/2014/main" id="{0BC4286C-A453-462C-8EB0-3E056B473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600075"/>
            <a:ext cx="4953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214CB7"/>
                </a:solidFill>
                <a:latin typeface="Nimbus Sans"/>
                <a:ea typeface="Nimbus Sans"/>
                <a:cs typeface="Nimbus Sans"/>
              </a:defRPr>
            </a:pPr>
            <a:r>
              <a:rPr sz="1575" b="1">
                <a:solidFill>
                  <a:srgbClr val="214CB7"/>
                </a:solidFill>
                <a:latin typeface="Nimbus Sans"/>
                <a:ea typeface="Nimbus Sans"/>
                <a:cs typeface="Nimbus Sans"/>
              </a:rPr>
              <a:t>ENGLISH, POWER, ACCESS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B790B311-CAD8-40CA-9CA4-7471E004A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200150"/>
            <a:ext cx="4953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4350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Conspiracies</a:t>
            </a:r>
          </a:p>
          <a:p xmlns:a="http://schemas.openxmlformats.org/drawingml/2006/main">
            <a:pPr algn="l">
              <a:defRPr sz="4350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4350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About English</a:t>
            </a:r>
          </a:p>
        </p:txBody>
      </p:sp>
      <p:sp>
        <p:nvSpPr>
          <p:cNvPr id="4" name="subtitle">
            <a:extLst xmlns:a="http://schemas.openxmlformats.org/drawingml/2006/main">
              <a:ext uri="{FF2B5EF4-FFF2-40B4-BE49-F238E27FC236}">
                <a16:creationId xmlns:a16="http://schemas.microsoft.com/office/drawing/2014/main" id="{AF59BE69-52F2-4129-BF97-1B21DB4CA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952750"/>
            <a:ext cx="4953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A1482C"/>
                </a:solidFill>
                <a:latin typeface="Nimbus Sans"/>
                <a:ea typeface="Nimbus Sans"/>
                <a:cs typeface="Nimbus Sans"/>
              </a:defRPr>
            </a:pPr>
            <a:r>
              <a:rPr sz="1575" b="1">
                <a:solidFill>
                  <a:srgbClr val="A1482C"/>
                </a:solidFill>
                <a:latin typeface="Nimbus Sans"/>
                <a:ea typeface="Nimbus Sans"/>
                <a:cs typeface="Nimbus Sans"/>
              </a:rPr>
              <a:t>POLICY WAS OFTEN PUBLIC</a:t>
            </a:r>
          </a:p>
        </p:txBody>
      </p:sp>
      <p:sp>
        <p:nvSpPr>
          <p:cNvPr id="5" name="tag">
            <a:extLst xmlns:a="http://schemas.openxmlformats.org/drawingml/2006/main">
              <a:ext uri="{FF2B5EF4-FFF2-40B4-BE49-F238E27FC236}">
                <a16:creationId xmlns:a16="http://schemas.microsoft.com/office/drawing/2014/main" id="{5B15EF70-BCCD-4D00-992E-FB15B803E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72150"/>
            <a:ext cx="1200150" cy="476250"/>
          </a:xfrm>
          <a:prstGeom xmlns:a="http://schemas.openxmlformats.org/drawingml/2006/main" prst="roundRect">
            <a:avLst>
              <a:gd name="adj" fmla="val 16000"/>
            </a:avLst>
          </a:prstGeom>
          <a:solidFill xmlns:a="http://schemas.openxmlformats.org/drawingml/2006/main">
            <a:srgbClr val="132331"/>
          </a:solidFill>
          <a:ln xmlns:a="http://schemas.openxmlformats.org/drawingml/2006/main" w="0">
            <a:noFill/>
          </a:ln>
        </p:spPr>
      </p:sp>
      <p:sp>
        <p:nvSpPr>
          <p:cNvPr id="6" name="series">
            <a:extLst xmlns:a="http://schemas.openxmlformats.org/drawingml/2006/main">
              <a:ext uri="{FF2B5EF4-FFF2-40B4-BE49-F238E27FC236}">
                <a16:creationId xmlns:a16="http://schemas.microsoft.com/office/drawing/2014/main" id="{DD73897F-F467-42E4-AF34-6EAC6EA2F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72150"/>
            <a:ext cx="12001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50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07 / 12</a:t>
            </a:r>
          </a:p>
        </p:txBody>
      </p:sp>
    </p:spTree>
    <p:extLst>
      <p:ext uri="{BB962C8B-B14F-4D97-AF65-F5344CB8AC3E}">
        <p14:creationId xmlns:p14="http://schemas.microsoft.com/office/powerpoint/2010/main" val="75014785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1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title">
            <a:extLst xmlns:a="http://schemas.openxmlformats.org/drawingml/2006/main">
              <a:ext uri="{FF2B5EF4-FFF2-40B4-BE49-F238E27FC236}">
                <a16:creationId xmlns:a16="http://schemas.microsoft.com/office/drawing/2014/main" id="{545E92FB-9F28-43D2-A660-D4EEAAEDC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7810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3300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Test every claim carefully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437A7654-2864-4C93-B509-8DC369FE4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CB7"/>
          </a:solidFill>
          <a:ln xmlns:a="http://schemas.openxmlformats.org/drawingml/2006/main" w="0">
            <a:noFill/>
          </a:ln>
        </p:spPr>
      </p:sp>
      <p:sp>
        <p:nvSpPr>
          <p:cNvPr id="3" name="series">
            <a:extLst xmlns:a="http://schemas.openxmlformats.org/drawingml/2006/main">
              <a:ext uri="{FF2B5EF4-FFF2-40B4-BE49-F238E27FC236}">
                <a16:creationId xmlns:a16="http://schemas.microsoft.com/office/drawing/2014/main" id="{C3D05C1B-C3B5-43B4-8C90-12BF92A45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15075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14CB7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>
                <a:solidFill>
                  <a:srgbClr val="214CB7"/>
                </a:solidFill>
                <a:latin typeface="Nimbus Sans"/>
                <a:ea typeface="Nimbus Sans"/>
                <a:cs typeface="Nimbus Sans"/>
              </a:rPr>
              <a:t>ENGLISH / 07 / 02</a:t>
            </a:r>
          </a:p>
        </p:txBody>
      </p:sp>
      <p:sp>
        <p:nvSpPr>
          <p:cNvPr id="4" name="card-0">
            <a:extLst xmlns:a="http://schemas.openxmlformats.org/drawingml/2006/main">
              <a:ext uri="{FF2B5EF4-FFF2-40B4-BE49-F238E27FC236}">
                <a16:creationId xmlns:a16="http://schemas.microsoft.com/office/drawing/2014/main" id="{0DE6CEC5-C792-40B3-B4B1-0C49D5CF6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2333625" cy="3181350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CEBE"/>
            </a:solidFill>
          </a:ln>
        </p:spPr>
      </p:sp>
      <p:sp>
        <p:nvSpPr>
          <p:cNvPr id="5" name="band-0">
            <a:extLst xmlns:a="http://schemas.openxmlformats.org/drawingml/2006/main">
              <a:ext uri="{FF2B5EF4-FFF2-40B4-BE49-F238E27FC236}">
                <a16:creationId xmlns:a16="http://schemas.microsoft.com/office/drawing/2014/main" id="{3C62A3B2-46D2-40BC-B130-79D45579C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62125"/>
            <a:ext cx="2333625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482C"/>
          </a:solidFill>
          <a:ln xmlns:a="http://schemas.openxmlformats.org/drawingml/2006/main" w="0">
            <a:noFill/>
          </a:ln>
        </p:spPr>
      </p:sp>
      <p:sp>
        <p:nvSpPr>
          <p:cNvPr id="6" name="k-0">
            <a:extLst xmlns:a="http://schemas.openxmlformats.org/drawingml/2006/main">
              <a:ext uri="{FF2B5EF4-FFF2-40B4-BE49-F238E27FC236}">
                <a16:creationId xmlns:a16="http://schemas.microsoft.com/office/drawing/2014/main" id="{989D0066-4193-427C-B9E4-64B95FE97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33600"/>
            <a:ext cx="19145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A1482C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>
                <a:solidFill>
                  <a:srgbClr val="A1482C"/>
                </a:solidFill>
                <a:latin typeface="Nimbus Sans"/>
                <a:ea typeface="Nimbus Sans"/>
                <a:cs typeface="Nimbus Sans"/>
              </a:rPr>
              <a:t>RECORD</a:t>
            </a:r>
          </a:p>
        </p:txBody>
      </p:sp>
      <p:sp>
        <p:nvSpPr>
          <p:cNvPr id="7" name="big-0">
            <a:extLst xmlns:a="http://schemas.openxmlformats.org/drawingml/2006/main">
              <a:ext uri="{FF2B5EF4-FFF2-40B4-BE49-F238E27FC236}">
                <a16:creationId xmlns:a16="http://schemas.microsoft.com/office/drawing/2014/main" id="{661467AF-A10C-4D3B-8D01-913B863A3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638425"/>
            <a:ext cx="19145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2250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Which document exists?</a:t>
            </a:r>
          </a:p>
        </p:txBody>
      </p:sp>
      <p:sp>
        <p:nvSpPr>
          <p:cNvPr id="8" name="small-0">
            <a:extLst xmlns:a="http://schemas.openxmlformats.org/drawingml/2006/main">
              <a:ext uri="{FF2B5EF4-FFF2-40B4-BE49-F238E27FC236}">
                <a16:creationId xmlns:a16="http://schemas.microsoft.com/office/drawing/2014/main" id="{C4754AEC-B048-4E9F-86B8-E3E1C5535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790950"/>
            <a:ext cx="19145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1650" b="0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Find the original.</a:t>
            </a:r>
          </a:p>
        </p:txBody>
      </p:sp>
      <p:sp>
        <p:nvSpPr>
          <p:cNvPr id="9" name="card-1">
            <a:extLst xmlns:a="http://schemas.openxmlformats.org/drawingml/2006/main">
              <a:ext uri="{FF2B5EF4-FFF2-40B4-BE49-F238E27FC236}">
                <a16:creationId xmlns:a16="http://schemas.microsoft.com/office/drawing/2014/main" id="{27C29372-3C9D-4FD5-A384-D979DB8D5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762125"/>
            <a:ext cx="2333625" cy="3181350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CEBE"/>
            </a:solidFill>
          </a:ln>
        </p:spPr>
      </p:sp>
      <p:sp>
        <p:nvSpPr>
          <p:cNvPr id="10" name="band-1">
            <a:extLst xmlns:a="http://schemas.openxmlformats.org/drawingml/2006/main">
              <a:ext uri="{FF2B5EF4-FFF2-40B4-BE49-F238E27FC236}">
                <a16:creationId xmlns:a16="http://schemas.microsoft.com/office/drawing/2014/main" id="{5EA0A0C0-8E4B-4357-BF6C-939464CE7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86125" y="1762125"/>
            <a:ext cx="2333625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CB7"/>
          </a:solidFill>
          <a:ln xmlns:a="http://schemas.openxmlformats.org/drawingml/2006/main" w="0">
            <a:noFill/>
          </a:ln>
        </p:spPr>
      </p:sp>
      <p:sp>
        <p:nvSpPr>
          <p:cNvPr id="11" name="k-1">
            <a:extLst xmlns:a="http://schemas.openxmlformats.org/drawingml/2006/main">
              <a:ext uri="{FF2B5EF4-FFF2-40B4-BE49-F238E27FC236}">
                <a16:creationId xmlns:a16="http://schemas.microsoft.com/office/drawing/2014/main" id="{D0F4FF1F-34B7-4C0C-B405-3F41CE40B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133600"/>
            <a:ext cx="19145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214CB7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>
                <a:solidFill>
                  <a:srgbClr val="214CB7"/>
                </a:solidFill>
                <a:latin typeface="Nimbus Sans"/>
                <a:ea typeface="Nimbus Sans"/>
                <a:cs typeface="Nimbus Sans"/>
              </a:rPr>
              <a:t>SCOPE</a:t>
            </a:r>
          </a:p>
        </p:txBody>
      </p:sp>
      <p:sp>
        <p:nvSpPr>
          <p:cNvPr id="12" name="big-1">
            <a:extLst xmlns:a="http://schemas.openxmlformats.org/drawingml/2006/main">
              <a:ext uri="{FF2B5EF4-FFF2-40B4-BE49-F238E27FC236}">
                <a16:creationId xmlns:a16="http://schemas.microsoft.com/office/drawing/2014/main" id="{B0DFBCCC-18C3-41F1-82EF-76970D2AAC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2638425"/>
            <a:ext cx="19145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2250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Where did it apply?</a:t>
            </a:r>
          </a:p>
        </p:txBody>
      </p:sp>
      <p:sp>
        <p:nvSpPr>
          <p:cNvPr id="13" name="small-1">
            <a:extLst xmlns:a="http://schemas.openxmlformats.org/drawingml/2006/main">
              <a:ext uri="{FF2B5EF4-FFF2-40B4-BE49-F238E27FC236}">
                <a16:creationId xmlns:a16="http://schemas.microsoft.com/office/drawing/2014/main" id="{C4F9331B-CDEA-48F1-96D9-C9A48E4D7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5675" y="3790950"/>
            <a:ext cx="19145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1650" b="0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Avoid global leaps.</a:t>
            </a:r>
          </a:p>
        </p:txBody>
      </p:sp>
      <p:sp>
        <p:nvSpPr>
          <p:cNvPr id="14" name="card-2">
            <a:extLst xmlns:a="http://schemas.openxmlformats.org/drawingml/2006/main">
              <a:ext uri="{FF2B5EF4-FFF2-40B4-BE49-F238E27FC236}">
                <a16:creationId xmlns:a16="http://schemas.microsoft.com/office/drawing/2014/main" id="{7380DD06-153A-4AD1-A2C3-200480BCA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62125"/>
            <a:ext cx="2333625" cy="3181350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CEBE"/>
            </a:solidFill>
          </a:ln>
        </p:spPr>
      </p:sp>
      <p:sp>
        <p:nvSpPr>
          <p:cNvPr id="15" name="band-2">
            <a:extLst xmlns:a="http://schemas.openxmlformats.org/drawingml/2006/main">
              <a:ext uri="{FF2B5EF4-FFF2-40B4-BE49-F238E27FC236}">
                <a16:creationId xmlns:a16="http://schemas.microsoft.com/office/drawing/2014/main" id="{A6BB9522-6BF9-42C4-B562-720641B2F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762125"/>
            <a:ext cx="2333625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A04B"/>
          </a:solidFill>
          <a:ln xmlns:a="http://schemas.openxmlformats.org/drawingml/2006/main" w="0">
            <a:noFill/>
          </a:ln>
        </p:spPr>
      </p:sp>
      <p:sp>
        <p:nvSpPr>
          <p:cNvPr id="16" name="k-2">
            <a:extLst xmlns:a="http://schemas.openxmlformats.org/drawingml/2006/main">
              <a:ext uri="{FF2B5EF4-FFF2-40B4-BE49-F238E27FC236}">
                <a16:creationId xmlns:a16="http://schemas.microsoft.com/office/drawing/2014/main" id="{FBDA7375-3CF7-4D56-A0D5-51C1C50B6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133600"/>
            <a:ext cx="19145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D1A04B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>
                <a:solidFill>
                  <a:srgbClr val="D1A04B"/>
                </a:solidFill>
                <a:latin typeface="Nimbus Sans"/>
                <a:ea typeface="Nimbus Sans"/>
                <a:cs typeface="Nimbus Sans"/>
              </a:rPr>
              <a:t>MECHANISM</a:t>
            </a:r>
          </a:p>
        </p:txBody>
      </p:sp>
      <p:sp>
        <p:nvSpPr>
          <p:cNvPr id="17" name="big-2">
            <a:extLst xmlns:a="http://schemas.openxmlformats.org/drawingml/2006/main">
              <a:ext uri="{FF2B5EF4-FFF2-40B4-BE49-F238E27FC236}">
                <a16:creationId xmlns:a16="http://schemas.microsoft.com/office/drawing/2014/main" id="{49081E1F-AAD5-41C8-99D9-8FC846E29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2638425"/>
            <a:ext cx="19145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2250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How would it work?</a:t>
            </a:r>
          </a:p>
        </p:txBody>
      </p:sp>
      <p:sp>
        <p:nvSpPr>
          <p:cNvPr id="18" name="small-2">
            <a:extLst xmlns:a="http://schemas.openxmlformats.org/drawingml/2006/main">
              <a:ext uri="{FF2B5EF4-FFF2-40B4-BE49-F238E27FC236}">
                <a16:creationId xmlns:a16="http://schemas.microsoft.com/office/drawing/2014/main" id="{0E1BA3FA-C2FF-4ED3-80BB-7289A6E0C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790950"/>
            <a:ext cx="19145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1650" b="0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Name each pathway.</a:t>
            </a:r>
          </a:p>
        </p:txBody>
      </p:sp>
      <p:sp>
        <p:nvSpPr>
          <p:cNvPr id="19" name="card-3">
            <a:extLst xmlns:a="http://schemas.openxmlformats.org/drawingml/2006/main">
              <a:ext uri="{FF2B5EF4-FFF2-40B4-BE49-F238E27FC236}">
                <a16:creationId xmlns:a16="http://schemas.microsoft.com/office/drawing/2014/main" id="{ADC1AF06-238D-4F88-8EC9-21361021D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762125"/>
            <a:ext cx="2333625" cy="3181350"/>
          </a:xfrm>
          <a:prstGeom xmlns:a="http://schemas.openxmlformats.org/drawingml/2006/main" prst="roundRect">
            <a:avLst>
              <a:gd name="adj" fmla="val 326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CEBE"/>
            </a:solidFill>
          </a:ln>
        </p:spPr>
      </p:sp>
      <p:sp>
        <p:nvSpPr>
          <p:cNvPr id="20" name="band-3">
            <a:extLst xmlns:a="http://schemas.openxmlformats.org/drawingml/2006/main">
              <a:ext uri="{FF2B5EF4-FFF2-40B4-BE49-F238E27FC236}">
                <a16:creationId xmlns:a16="http://schemas.microsoft.com/office/drawing/2014/main" id="{CAD0DC85-DE22-441A-852C-3F373B171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1762125"/>
            <a:ext cx="2333625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6657"/>
          </a:solidFill>
          <a:ln xmlns:a="http://schemas.openxmlformats.org/drawingml/2006/main" w="0">
            <a:noFill/>
          </a:ln>
        </p:spPr>
      </p:sp>
      <p:sp>
        <p:nvSpPr>
          <p:cNvPr id="21" name="k-3">
            <a:extLst xmlns:a="http://schemas.openxmlformats.org/drawingml/2006/main">
              <a:ext uri="{FF2B5EF4-FFF2-40B4-BE49-F238E27FC236}">
                <a16:creationId xmlns:a16="http://schemas.microsoft.com/office/drawing/2014/main" id="{3EAFC3C4-6CF0-4EE1-B515-06A3D73D4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133600"/>
            <a:ext cx="19145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>
                <a:solidFill>
                  <a:srgbClr val="4D6657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>
                <a:solidFill>
                  <a:srgbClr val="4D6657"/>
                </a:solidFill>
                <a:latin typeface="Nimbus Sans"/>
                <a:ea typeface="Nimbus Sans"/>
                <a:cs typeface="Nimbus Sans"/>
              </a:rPr>
              <a:t>ALTERNATIVES</a:t>
            </a:r>
          </a:p>
        </p:txBody>
      </p:sp>
      <p:sp>
        <p:nvSpPr>
          <p:cNvPr id="22" name="big-3">
            <a:extLst xmlns:a="http://schemas.openxmlformats.org/drawingml/2006/main">
              <a:ext uri="{FF2B5EF4-FFF2-40B4-BE49-F238E27FC236}">
                <a16:creationId xmlns:a16="http://schemas.microsoft.com/office/drawing/2014/main" id="{F855C8F1-E9FF-4F83-96D8-C78F5A41E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638425"/>
            <a:ext cx="1914525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2250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What else explains it?</a:t>
            </a:r>
          </a:p>
        </p:txBody>
      </p:sp>
      <p:sp>
        <p:nvSpPr>
          <p:cNvPr id="23" name="small-3">
            <a:extLst xmlns:a="http://schemas.openxmlformats.org/drawingml/2006/main">
              <a:ext uri="{FF2B5EF4-FFF2-40B4-BE49-F238E27FC236}">
                <a16:creationId xmlns:a16="http://schemas.microsoft.com/office/drawing/2014/main" id="{CD8CAE6B-0EBE-40F5-8ACA-21E4B2C7C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3790950"/>
            <a:ext cx="19145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1650" b="0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Compare ordinary causes.</a:t>
            </a:r>
          </a:p>
        </p:txBody>
      </p:sp>
      <p:sp>
        <p:nvSpPr>
          <p:cNvPr id="24" name="takeaway">
            <a:extLst xmlns:a="http://schemas.openxmlformats.org/drawingml/2006/main">
              <a:ext uri="{FF2B5EF4-FFF2-40B4-BE49-F238E27FC236}">
                <a16:creationId xmlns:a16="http://schemas.microsoft.com/office/drawing/2014/main" id="{B2D88F34-FE4C-4739-AAB2-90E63A110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10191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14CB7"/>
                </a:solidFill>
                <a:latin typeface="Nimbus Sans"/>
                <a:ea typeface="Nimbus Sans"/>
                <a:cs typeface="Nimbus Sans"/>
              </a:defRPr>
            </a:pPr>
            <a:r>
              <a:rPr sz="2100" b="1">
                <a:solidFill>
                  <a:srgbClr val="214CB7"/>
                </a:solidFill>
                <a:latin typeface="Nimbus Sans"/>
                <a:ea typeface="Nimbus Sans"/>
                <a:cs typeface="Nimbus Sans"/>
              </a:rPr>
              <a:t>Suspicion starts investigation.</a:t>
            </a:r>
          </a:p>
        </p:txBody>
      </p:sp>
    </p:spTree>
    <p:extLst>
      <p:ext uri="{BB962C8B-B14F-4D97-AF65-F5344CB8AC3E}">
        <p14:creationId xmlns:p14="http://schemas.microsoft.com/office/powerpoint/2010/main" val="74763861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13233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title">
            <a:extLst xmlns:a="http://schemas.openxmlformats.org/drawingml/2006/main">
              <a:ext uri="{FF2B5EF4-FFF2-40B4-BE49-F238E27FC236}">
                <a16:creationId xmlns:a16="http://schemas.microsoft.com/office/drawing/2014/main" id="{8B70F68F-2142-4572-8304-D23311C12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7810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330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Claim: Empire used policy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23CC5A19-59BB-47D2-8B07-2CA795722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A04B"/>
          </a:solidFill>
          <a:ln xmlns:a="http://schemas.openxmlformats.org/drawingml/2006/main" w="0">
            <a:noFill/>
          </a:ln>
        </p:spPr>
      </p:sp>
      <p:sp>
        <p:nvSpPr>
          <p:cNvPr id="3" name="series">
            <a:extLst xmlns:a="http://schemas.openxmlformats.org/drawingml/2006/main">
              <a:ext uri="{FF2B5EF4-FFF2-40B4-BE49-F238E27FC236}">
                <a16:creationId xmlns:a16="http://schemas.microsoft.com/office/drawing/2014/main" id="{267563BA-C9FA-4910-8DAB-976177052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15075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FDAF3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>
                <a:solidFill>
                  <a:srgbClr val="CFDAF3"/>
                </a:solidFill>
                <a:latin typeface="Nimbus Sans"/>
                <a:ea typeface="Nimbus Sans"/>
                <a:cs typeface="Nimbus Sans"/>
              </a:rPr>
              <a:t>ENGLISH / 07 / 03</a:t>
            </a:r>
          </a:p>
        </p:txBody>
      </p:sp>
      <p:sp>
        <p:nvSpPr>
          <p:cNvPr id="4" name="verdict">
            <a:extLst xmlns:a="http://schemas.openxmlformats.org/drawingml/2006/main">
              <a:ext uri="{FF2B5EF4-FFF2-40B4-BE49-F238E27FC236}">
                <a16:creationId xmlns:a16="http://schemas.microsoft.com/office/drawing/2014/main" id="{DAC4BF46-10CA-48D0-B659-EEADFC545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14350"/>
            <a:ext cx="25527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4D6657"/>
          </a:solidFill>
          <a:ln xmlns:a="http://schemas.openxmlformats.org/drawingml/2006/main" w="0">
            <a:noFill/>
          </a:ln>
        </p:spPr>
      </p:sp>
      <p:sp>
        <p:nvSpPr>
          <p:cNvPr id="5" name="verdict-text">
            <a:extLst xmlns:a="http://schemas.openxmlformats.org/drawingml/2006/main">
              <a:ext uri="{FF2B5EF4-FFF2-40B4-BE49-F238E27FC236}">
                <a16:creationId xmlns:a16="http://schemas.microsoft.com/office/drawing/2014/main" id="{1536EB82-A24D-42CF-B7ED-19DEDE3C7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14350"/>
            <a:ext cx="2552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SUPPORTED</a:t>
            </a:r>
          </a:p>
        </p:txBody>
      </p:sp>
      <p:sp>
        <p:nvSpPr>
          <p:cNvPr id="6" name="yearbox-0">
            <a:extLst xmlns:a="http://schemas.openxmlformats.org/drawingml/2006/main">
              <a:ext uri="{FF2B5EF4-FFF2-40B4-BE49-F238E27FC236}">
                <a16:creationId xmlns:a16="http://schemas.microsoft.com/office/drawing/2014/main" id="{888CD249-2498-411D-A9C8-56F277D64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43075"/>
            <a:ext cx="16002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A1482C"/>
          </a:solidFill>
          <a:ln xmlns:a="http://schemas.openxmlformats.org/drawingml/2006/main" w="0">
            <a:noFill/>
          </a:ln>
        </p:spPr>
      </p:sp>
      <p:sp>
        <p:nvSpPr>
          <p:cNvPr id="7" name="year-0">
            <a:extLst xmlns:a="http://schemas.openxmlformats.org/drawingml/2006/main">
              <a:ext uri="{FF2B5EF4-FFF2-40B4-BE49-F238E27FC236}">
                <a16:creationId xmlns:a16="http://schemas.microsoft.com/office/drawing/2014/main" id="{73E0DCD9-BE4C-4815-9961-A6CD99C35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43075"/>
            <a:ext cx="1600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225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1835</a:t>
            </a:r>
          </a:p>
        </p:txBody>
      </p:sp>
      <p:sp>
        <p:nvSpPr>
          <p:cNvPr id="8" name="head-0">
            <a:extLst xmlns:a="http://schemas.openxmlformats.org/drawingml/2006/main">
              <a:ext uri="{FF2B5EF4-FFF2-40B4-BE49-F238E27FC236}">
                <a16:creationId xmlns:a16="http://schemas.microsoft.com/office/drawing/2014/main" id="{693335BB-8418-40B0-8F7B-D40DB1476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743075"/>
            <a:ext cx="3314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217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Macaulay</a:t>
            </a:r>
          </a:p>
        </p:txBody>
      </p:sp>
      <p:sp>
        <p:nvSpPr>
          <p:cNvPr id="9" name="body-0">
            <a:extLst xmlns:a="http://schemas.openxmlformats.org/drawingml/2006/main">
              <a:ext uri="{FF2B5EF4-FFF2-40B4-BE49-F238E27FC236}">
                <a16:creationId xmlns:a16="http://schemas.microsoft.com/office/drawing/2014/main" id="{B5428C89-B890-4240-841A-81A60D4FE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743075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CFDAF3"/>
                </a:solidFill>
                <a:latin typeface="Nimbus Sans"/>
                <a:ea typeface="Nimbus Sans"/>
                <a:cs typeface="Nimbus Sans"/>
              </a:defRPr>
            </a:pPr>
            <a:r>
              <a:rPr sz="2025" b="0">
                <a:solidFill>
                  <a:srgbClr val="CFDAF3"/>
                </a:solidFill>
                <a:latin typeface="Nimbus Sans"/>
                <a:ea typeface="Nimbus Sans"/>
                <a:cs typeface="Nimbus Sans"/>
              </a:rPr>
              <a:t>English higher study.</a:t>
            </a:r>
          </a:p>
        </p:txBody>
      </p:sp>
      <p:sp>
        <p:nvSpPr>
          <p:cNvPr id="10" name="rowrule-0">
            <a:extLst xmlns:a="http://schemas.openxmlformats.org/drawingml/2006/main">
              <a:ext uri="{FF2B5EF4-FFF2-40B4-BE49-F238E27FC236}">
                <a16:creationId xmlns:a16="http://schemas.microsoft.com/office/drawing/2014/main" id="{BB096915-67A5-4C95-BB3B-391315D15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409825"/>
            <a:ext cx="8058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6472"/>
          </a:solidFill>
          <a:ln xmlns:a="http://schemas.openxmlformats.org/drawingml/2006/main" w="0">
            <a:noFill/>
          </a:ln>
        </p:spPr>
      </p:sp>
      <p:sp>
        <p:nvSpPr>
          <p:cNvPr id="11" name="yearbox-1">
            <a:extLst xmlns:a="http://schemas.openxmlformats.org/drawingml/2006/main">
              <a:ext uri="{FF2B5EF4-FFF2-40B4-BE49-F238E27FC236}">
                <a16:creationId xmlns:a16="http://schemas.microsoft.com/office/drawing/2014/main" id="{3E9FB715-1728-40AB-8A30-08A087482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67025"/>
            <a:ext cx="16002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214CB7"/>
          </a:solidFill>
          <a:ln xmlns:a="http://schemas.openxmlformats.org/drawingml/2006/main" w="0">
            <a:noFill/>
          </a:ln>
        </p:spPr>
      </p:sp>
      <p:sp>
        <p:nvSpPr>
          <p:cNvPr id="12" name="year-1">
            <a:extLst xmlns:a="http://schemas.openxmlformats.org/drawingml/2006/main">
              <a:ext uri="{FF2B5EF4-FFF2-40B4-BE49-F238E27FC236}">
                <a16:creationId xmlns:a16="http://schemas.microsoft.com/office/drawing/2014/main" id="{47850C07-1F66-4B5B-AF2F-CFF0F2F63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67025"/>
            <a:ext cx="1600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225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1854</a:t>
            </a:r>
          </a:p>
        </p:txBody>
      </p:sp>
      <p:sp>
        <p:nvSpPr>
          <p:cNvPr id="13" name="head-1">
            <a:extLst xmlns:a="http://schemas.openxmlformats.org/drawingml/2006/main">
              <a:ext uri="{FF2B5EF4-FFF2-40B4-BE49-F238E27FC236}">
                <a16:creationId xmlns:a16="http://schemas.microsoft.com/office/drawing/2014/main" id="{0F3837A9-D687-4753-BAC3-4940AA33E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867025"/>
            <a:ext cx="3314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217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Wood’s Despatch</a:t>
            </a:r>
          </a:p>
        </p:txBody>
      </p:sp>
      <p:sp>
        <p:nvSpPr>
          <p:cNvPr id="14" name="body-1">
            <a:extLst xmlns:a="http://schemas.openxmlformats.org/drawingml/2006/main">
              <a:ext uri="{FF2B5EF4-FFF2-40B4-BE49-F238E27FC236}">
                <a16:creationId xmlns:a16="http://schemas.microsoft.com/office/drawing/2014/main" id="{4CBD3E5A-6F74-404C-9E72-55A26C420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67025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CFDAF3"/>
                </a:solidFill>
                <a:latin typeface="Nimbus Sans"/>
                <a:ea typeface="Nimbus Sans"/>
                <a:cs typeface="Nimbus Sans"/>
              </a:defRPr>
            </a:pPr>
            <a:r>
              <a:rPr sz="2025" b="0">
                <a:solidFill>
                  <a:srgbClr val="CFDAF3"/>
                </a:solidFill>
                <a:latin typeface="Nimbus Sans"/>
                <a:ea typeface="Nimbus Sans"/>
                <a:cs typeface="Nimbus Sans"/>
              </a:rPr>
              <a:t>English plus vernaculars.</a:t>
            </a:r>
          </a:p>
        </p:txBody>
      </p:sp>
      <p:sp>
        <p:nvSpPr>
          <p:cNvPr id="15" name="rowrule-1">
            <a:extLst xmlns:a="http://schemas.openxmlformats.org/drawingml/2006/main">
              <a:ext uri="{FF2B5EF4-FFF2-40B4-BE49-F238E27FC236}">
                <a16:creationId xmlns:a16="http://schemas.microsoft.com/office/drawing/2014/main" id="{986897E1-2952-4EBD-8279-3A83C8B70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533775"/>
            <a:ext cx="8058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6472"/>
          </a:solidFill>
          <a:ln xmlns:a="http://schemas.openxmlformats.org/drawingml/2006/main" w="0">
            <a:noFill/>
          </a:ln>
        </p:spPr>
      </p:sp>
      <p:sp>
        <p:nvSpPr>
          <p:cNvPr id="16" name="yearbox-2">
            <a:extLst xmlns:a="http://schemas.openxmlformats.org/drawingml/2006/main">
              <a:ext uri="{FF2B5EF4-FFF2-40B4-BE49-F238E27FC236}">
                <a16:creationId xmlns:a16="http://schemas.microsoft.com/office/drawing/2014/main" id="{F7851502-59E0-497F-9ED4-8D2C854A2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90975"/>
            <a:ext cx="16002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D1A04B"/>
          </a:solidFill>
          <a:ln xmlns:a="http://schemas.openxmlformats.org/drawingml/2006/main" w="0">
            <a:noFill/>
          </a:ln>
        </p:spPr>
      </p:sp>
      <p:sp>
        <p:nvSpPr>
          <p:cNvPr id="17" name="year-2">
            <a:extLst xmlns:a="http://schemas.openxmlformats.org/drawingml/2006/main">
              <a:ext uri="{FF2B5EF4-FFF2-40B4-BE49-F238E27FC236}">
                <a16:creationId xmlns:a16="http://schemas.microsoft.com/office/drawing/2014/main" id="{372D9BD4-4C50-4061-93A2-5EFE9F528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90975"/>
            <a:ext cx="16002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225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1940</a:t>
            </a:r>
          </a:p>
        </p:txBody>
      </p:sp>
      <p:sp>
        <p:nvSpPr>
          <p:cNvPr id="18" name="head-2">
            <a:extLst xmlns:a="http://schemas.openxmlformats.org/drawingml/2006/main">
              <a:ext uri="{FF2B5EF4-FFF2-40B4-BE49-F238E27FC236}">
                <a16:creationId xmlns:a16="http://schemas.microsoft.com/office/drawing/2014/main" id="{89285157-0034-434D-A837-4A13220EE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990975"/>
            <a:ext cx="33147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217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British Council</a:t>
            </a:r>
          </a:p>
        </p:txBody>
      </p:sp>
      <p:sp>
        <p:nvSpPr>
          <p:cNvPr id="19" name="body-2">
            <a:extLst xmlns:a="http://schemas.openxmlformats.org/drawingml/2006/main">
              <a:ext uri="{FF2B5EF4-FFF2-40B4-BE49-F238E27FC236}">
                <a16:creationId xmlns:a16="http://schemas.microsoft.com/office/drawing/2014/main" id="{BB6FEBD1-5346-464C-8548-1477C802E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4572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CFDAF3"/>
                </a:solidFill>
                <a:latin typeface="Nimbus Sans"/>
                <a:ea typeface="Nimbus Sans"/>
                <a:cs typeface="Nimbus Sans"/>
              </a:defRPr>
            </a:pPr>
            <a:r>
              <a:rPr sz="2025" b="0">
                <a:solidFill>
                  <a:srgbClr val="CFDAF3"/>
                </a:solidFill>
                <a:latin typeface="Nimbus Sans"/>
                <a:ea typeface="Nimbus Sans"/>
                <a:cs typeface="Nimbus Sans"/>
              </a:rPr>
              <a:t>Language supported influence.</a:t>
            </a:r>
          </a:p>
        </p:txBody>
      </p:sp>
      <p:sp>
        <p:nvSpPr>
          <p:cNvPr id="20" name="rowrule-2">
            <a:extLst xmlns:a="http://schemas.openxmlformats.org/drawingml/2006/main">
              <a:ext uri="{FF2B5EF4-FFF2-40B4-BE49-F238E27FC236}">
                <a16:creationId xmlns:a16="http://schemas.microsoft.com/office/drawing/2014/main" id="{E30A69E2-DB81-4EE9-AC83-C91F76639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657725"/>
            <a:ext cx="8058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16472"/>
          </a:solidFill>
          <a:ln xmlns:a="http://schemas.openxmlformats.org/drawingml/2006/main" w="0">
            <a:noFill/>
          </a:ln>
        </p:spPr>
      </p:sp>
      <p:sp>
        <p:nvSpPr>
          <p:cNvPr id="21" name="takeaway">
            <a:extLst xmlns:a="http://schemas.openxmlformats.org/drawingml/2006/main">
              <a:ext uri="{FF2B5EF4-FFF2-40B4-BE49-F238E27FC236}">
                <a16:creationId xmlns:a16="http://schemas.microsoft.com/office/drawing/2014/main" id="{96D118E8-A554-42C8-B997-CC439FCA93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4292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D1A04B"/>
                </a:solidFill>
                <a:latin typeface="Nimbus Sans"/>
                <a:ea typeface="Nimbus Sans"/>
                <a:cs typeface="Nimbus Sans"/>
              </a:defRPr>
            </a:pPr>
            <a:r>
              <a:rPr sz="2175" b="1">
                <a:solidFill>
                  <a:srgbClr val="D1A04B"/>
                </a:solidFill>
                <a:latin typeface="Nimbus Sans"/>
                <a:ea typeface="Nimbus Sans"/>
                <a:cs typeface="Nimbus Sans"/>
              </a:rPr>
              <a:t>These records are public.</a:t>
            </a:r>
          </a:p>
        </p:txBody>
      </p:sp>
    </p:spTree>
    <p:extLst>
      <p:ext uri="{BB962C8B-B14F-4D97-AF65-F5344CB8AC3E}">
        <p14:creationId xmlns:p14="http://schemas.microsoft.com/office/powerpoint/2010/main" val="74448162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1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title">
            <a:extLst xmlns:a="http://schemas.openxmlformats.org/drawingml/2006/main">
              <a:ext uri="{FF2B5EF4-FFF2-40B4-BE49-F238E27FC236}">
                <a16:creationId xmlns:a16="http://schemas.microsoft.com/office/drawing/2014/main" id="{65EAF1C2-F08F-4329-9053-FC4BF772C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7810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3300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Claim: One hidden masterplan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C26F136A-CB79-4BC7-96D7-2F58B3AAF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CB7"/>
          </a:solidFill>
          <a:ln xmlns:a="http://schemas.openxmlformats.org/drawingml/2006/main" w="0">
            <a:noFill/>
          </a:ln>
        </p:spPr>
      </p:sp>
      <p:sp>
        <p:nvSpPr>
          <p:cNvPr id="3" name="series">
            <a:extLst xmlns:a="http://schemas.openxmlformats.org/drawingml/2006/main">
              <a:ext uri="{FF2B5EF4-FFF2-40B4-BE49-F238E27FC236}">
                <a16:creationId xmlns:a16="http://schemas.microsoft.com/office/drawing/2014/main" id="{5E770A24-B829-44AA-BC60-E38ECA154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15075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14CB7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>
                <a:solidFill>
                  <a:srgbClr val="214CB7"/>
                </a:solidFill>
                <a:latin typeface="Nimbus Sans"/>
                <a:ea typeface="Nimbus Sans"/>
                <a:cs typeface="Nimbus Sans"/>
              </a:rPr>
              <a:t>ENGLISH / 07 / 04</a:t>
            </a:r>
          </a:p>
        </p:txBody>
      </p:sp>
      <p:sp>
        <p:nvSpPr>
          <p:cNvPr id="4" name="verdict">
            <a:extLst xmlns:a="http://schemas.openxmlformats.org/drawingml/2006/main">
              <a:ext uri="{FF2B5EF4-FFF2-40B4-BE49-F238E27FC236}">
                <a16:creationId xmlns:a16="http://schemas.microsoft.com/office/drawing/2014/main" id="{C0B47610-E357-4B3A-A2C1-B60A1A85A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14350"/>
            <a:ext cx="25527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A1482C"/>
          </a:solidFill>
          <a:ln xmlns:a="http://schemas.openxmlformats.org/drawingml/2006/main" w="0">
            <a:noFill/>
          </a:ln>
        </p:spPr>
      </p:sp>
      <p:sp>
        <p:nvSpPr>
          <p:cNvPr id="5" name="verdict-text">
            <a:extLst xmlns:a="http://schemas.openxmlformats.org/drawingml/2006/main">
              <a:ext uri="{FF2B5EF4-FFF2-40B4-BE49-F238E27FC236}">
                <a16:creationId xmlns:a16="http://schemas.microsoft.com/office/drawing/2014/main" id="{1CE7C16E-510D-426C-A7DC-7802C7ECB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14350"/>
            <a:ext cx="2552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UNPROVEN</a:t>
            </a:r>
          </a:p>
        </p:txBody>
      </p:sp>
      <p:sp>
        <p:nvSpPr>
          <p:cNvPr id="6" name="item-0">
            <a:extLst xmlns:a="http://schemas.openxmlformats.org/drawingml/2006/main">
              <a:ext uri="{FF2B5EF4-FFF2-40B4-BE49-F238E27FC236}">
                <a16:creationId xmlns:a16="http://schemas.microsoft.com/office/drawing/2014/main" id="{D606314B-5C0A-474A-BF26-FFF0946975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714500"/>
            <a:ext cx="5191125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CEBE"/>
            </a:solidFill>
          </a:ln>
        </p:spPr>
      </p:sp>
      <p:sp>
        <p:nvSpPr>
          <p:cNvPr id="7" name="label-0">
            <a:extLst xmlns:a="http://schemas.openxmlformats.org/drawingml/2006/main">
              <a:ext uri="{FF2B5EF4-FFF2-40B4-BE49-F238E27FC236}">
                <a16:creationId xmlns:a16="http://schemas.microsoft.com/office/drawing/2014/main" id="{6722B317-70AD-4049-B898-8AE6B6182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714500"/>
            <a:ext cx="15240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214CB7"/>
          </a:solidFill>
          <a:ln xmlns:a="http://schemas.openxmlformats.org/drawingml/2006/main" w="0">
            <a:noFill/>
          </a:ln>
        </p:spPr>
      </p:sp>
      <p:sp>
        <p:nvSpPr>
          <p:cNvPr id="8" name="k-0">
            <a:extLst xmlns:a="http://schemas.openxmlformats.org/drawingml/2006/main">
              <a:ext uri="{FF2B5EF4-FFF2-40B4-BE49-F238E27FC236}">
                <a16:creationId xmlns:a16="http://schemas.microsoft.com/office/drawing/2014/main" id="{446D5FF4-C9CA-4274-90F3-10A46785C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714500"/>
            <a:ext cx="1524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POLICIES</a:t>
            </a:r>
          </a:p>
        </p:txBody>
      </p:sp>
      <p:sp>
        <p:nvSpPr>
          <p:cNvPr id="9" name="v-0">
            <a:extLst xmlns:a="http://schemas.openxmlformats.org/drawingml/2006/main">
              <a:ext uri="{FF2B5EF4-FFF2-40B4-BE49-F238E27FC236}">
                <a16:creationId xmlns:a16="http://schemas.microsoft.com/office/drawing/2014/main" id="{8F89C4BD-6AFB-416E-8979-61EE7D409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1714500"/>
            <a:ext cx="3095625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2100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Policies differed.</a:t>
            </a:r>
          </a:p>
        </p:txBody>
      </p:sp>
      <p:sp>
        <p:nvSpPr>
          <p:cNvPr id="10" name="item-1">
            <a:extLst xmlns:a="http://schemas.openxmlformats.org/drawingml/2006/main">
              <a:ext uri="{FF2B5EF4-FFF2-40B4-BE49-F238E27FC236}">
                <a16:creationId xmlns:a16="http://schemas.microsoft.com/office/drawing/2014/main" id="{0EB4A136-FB05-4657-AAD1-1139A46DF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14500"/>
            <a:ext cx="5191125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CEBE"/>
            </a:solidFill>
          </a:ln>
        </p:spPr>
      </p:sp>
      <p:sp>
        <p:nvSpPr>
          <p:cNvPr id="11" name="label-1">
            <a:extLst xmlns:a="http://schemas.openxmlformats.org/drawingml/2006/main">
              <a:ext uri="{FF2B5EF4-FFF2-40B4-BE49-F238E27FC236}">
                <a16:creationId xmlns:a16="http://schemas.microsoft.com/office/drawing/2014/main" id="{35B5AB75-B11E-4C3B-93F1-7195FFD79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14500"/>
            <a:ext cx="15240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D1A04B"/>
          </a:solidFill>
          <a:ln xmlns:a="http://schemas.openxmlformats.org/drawingml/2006/main" w="0">
            <a:noFill/>
          </a:ln>
        </p:spPr>
      </p:sp>
      <p:sp>
        <p:nvSpPr>
          <p:cNvPr id="12" name="k-1">
            <a:extLst xmlns:a="http://schemas.openxmlformats.org/drawingml/2006/main">
              <a:ext uri="{FF2B5EF4-FFF2-40B4-BE49-F238E27FC236}">
                <a16:creationId xmlns:a16="http://schemas.microsoft.com/office/drawing/2014/main" id="{1C94D581-F211-4F16-A39F-414A71CE1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1714500"/>
            <a:ext cx="1524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PERIODS</a:t>
            </a:r>
          </a:p>
        </p:txBody>
      </p:sp>
      <p:sp>
        <p:nvSpPr>
          <p:cNvPr id="13" name="v-1">
            <a:extLst xmlns:a="http://schemas.openxmlformats.org/drawingml/2006/main">
              <a:ext uri="{FF2B5EF4-FFF2-40B4-BE49-F238E27FC236}">
                <a16:creationId xmlns:a16="http://schemas.microsoft.com/office/drawing/2014/main" id="{8D523976-E477-48F6-948D-D6AA20D1C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714500"/>
            <a:ext cx="3095625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2100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Periods changed.</a:t>
            </a:r>
          </a:p>
        </p:txBody>
      </p:sp>
      <p:sp>
        <p:nvSpPr>
          <p:cNvPr id="14" name="item-2">
            <a:extLst xmlns:a="http://schemas.openxmlformats.org/drawingml/2006/main">
              <a:ext uri="{FF2B5EF4-FFF2-40B4-BE49-F238E27FC236}">
                <a16:creationId xmlns:a16="http://schemas.microsoft.com/office/drawing/2014/main" id="{F634F494-9014-4167-80D5-4424E5865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314700"/>
            <a:ext cx="5191125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CEBE"/>
            </a:solidFill>
          </a:ln>
        </p:spPr>
      </p:sp>
      <p:sp>
        <p:nvSpPr>
          <p:cNvPr id="15" name="label-2">
            <a:extLst xmlns:a="http://schemas.openxmlformats.org/drawingml/2006/main">
              <a:ext uri="{FF2B5EF4-FFF2-40B4-BE49-F238E27FC236}">
                <a16:creationId xmlns:a16="http://schemas.microsoft.com/office/drawing/2014/main" id="{7A229CF1-7412-495A-AF8B-56BFB6DB6B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314700"/>
            <a:ext cx="15240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4D6657"/>
          </a:solidFill>
          <a:ln xmlns:a="http://schemas.openxmlformats.org/drawingml/2006/main" w="0">
            <a:noFill/>
          </a:ln>
        </p:spPr>
      </p:sp>
      <p:sp>
        <p:nvSpPr>
          <p:cNvPr id="16" name="k-2">
            <a:extLst xmlns:a="http://schemas.openxmlformats.org/drawingml/2006/main">
              <a:ext uri="{FF2B5EF4-FFF2-40B4-BE49-F238E27FC236}">
                <a16:creationId xmlns:a16="http://schemas.microsoft.com/office/drawing/2014/main" id="{9191731A-AA6E-4C41-B209-DF0CA1E80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314700"/>
            <a:ext cx="1524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PLACES</a:t>
            </a:r>
          </a:p>
        </p:txBody>
      </p:sp>
      <p:sp>
        <p:nvSpPr>
          <p:cNvPr id="17" name="v-2">
            <a:extLst xmlns:a="http://schemas.openxmlformats.org/drawingml/2006/main">
              <a:ext uri="{FF2B5EF4-FFF2-40B4-BE49-F238E27FC236}">
                <a16:creationId xmlns:a16="http://schemas.microsoft.com/office/drawing/2014/main" id="{52B70D57-7ABF-40B5-8922-74DC5DF4B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05075" y="3314700"/>
            <a:ext cx="3095625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2100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Local actors adapted.</a:t>
            </a:r>
          </a:p>
        </p:txBody>
      </p:sp>
      <p:sp>
        <p:nvSpPr>
          <p:cNvPr id="18" name="item-3">
            <a:extLst xmlns:a="http://schemas.openxmlformats.org/drawingml/2006/main">
              <a:ext uri="{FF2B5EF4-FFF2-40B4-BE49-F238E27FC236}">
                <a16:creationId xmlns:a16="http://schemas.microsoft.com/office/drawing/2014/main" id="{BFC0114E-282D-47DB-BABD-5EC70E2C7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14700"/>
            <a:ext cx="5191125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CEBE"/>
            </a:solidFill>
          </a:ln>
        </p:spPr>
      </p:sp>
      <p:sp>
        <p:nvSpPr>
          <p:cNvPr id="19" name="label-3">
            <a:extLst xmlns:a="http://schemas.openxmlformats.org/drawingml/2006/main">
              <a:ext uri="{FF2B5EF4-FFF2-40B4-BE49-F238E27FC236}">
                <a16:creationId xmlns:a16="http://schemas.microsoft.com/office/drawing/2014/main" id="{4665357D-F650-48EA-A280-60BE72ACA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14700"/>
            <a:ext cx="152400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A1482C"/>
          </a:solidFill>
          <a:ln xmlns:a="http://schemas.openxmlformats.org/drawingml/2006/main" w="0">
            <a:noFill/>
          </a:ln>
        </p:spPr>
      </p:sp>
      <p:sp>
        <p:nvSpPr>
          <p:cNvPr id="20" name="k-3">
            <a:extLst xmlns:a="http://schemas.openxmlformats.org/drawingml/2006/main">
              <a:ext uri="{FF2B5EF4-FFF2-40B4-BE49-F238E27FC236}">
                <a16:creationId xmlns:a16="http://schemas.microsoft.com/office/drawing/2014/main" id="{0D70E02A-0D7A-408B-8CD8-4DCA32D6C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3314700"/>
            <a:ext cx="152400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RECORDS</a:t>
            </a:r>
          </a:p>
        </p:txBody>
      </p:sp>
      <p:sp>
        <p:nvSpPr>
          <p:cNvPr id="21" name="v-3">
            <a:extLst xmlns:a="http://schemas.openxmlformats.org/drawingml/2006/main">
              <a:ext uri="{FF2B5EF4-FFF2-40B4-BE49-F238E27FC236}">
                <a16:creationId xmlns:a16="http://schemas.microsoft.com/office/drawing/2014/main" id="{33CF1B2C-BF77-42A9-976C-81524CFD5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3314700"/>
            <a:ext cx="3095625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2100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No master record appears.</a:t>
            </a:r>
          </a:p>
        </p:txBody>
      </p:sp>
      <p:sp>
        <p:nvSpPr>
          <p:cNvPr id="22" name="takeaway">
            <a:extLst xmlns:a="http://schemas.openxmlformats.org/drawingml/2006/main">
              <a:ext uri="{FF2B5EF4-FFF2-40B4-BE49-F238E27FC236}">
                <a16:creationId xmlns:a16="http://schemas.microsoft.com/office/drawing/2014/main" id="{54C92893-17B2-4C02-8CC0-5C89EB555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3149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214CB7"/>
                </a:solidFill>
                <a:latin typeface="Nimbus Sans"/>
                <a:ea typeface="Nimbus Sans"/>
                <a:cs typeface="Nimbus Sans"/>
              </a:defRPr>
            </a:pPr>
            <a:r>
              <a:rPr sz="2175" b="1">
                <a:solidFill>
                  <a:srgbClr val="214CB7"/>
                </a:solidFill>
                <a:latin typeface="Nimbus Sans"/>
                <a:ea typeface="Nimbus Sans"/>
                <a:cs typeface="Nimbus Sans"/>
              </a:rPr>
              <a:t>Many actions ≠ one plot.</a:t>
            </a:r>
          </a:p>
        </p:txBody>
      </p:sp>
      <p:sp>
        <p:nvSpPr>
          <p:cNvPr id="23" name="limit">
            <a:extLst xmlns:a="http://schemas.openxmlformats.org/drawingml/2006/main">
              <a:ext uri="{FF2B5EF4-FFF2-40B4-BE49-F238E27FC236}">
                <a16:creationId xmlns:a16="http://schemas.microsoft.com/office/drawing/2014/main" id="{260C30BA-0F76-4F8D-A313-E16EF6A91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7721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A1482C"/>
                </a:solidFill>
                <a:latin typeface="Nimbus Sans"/>
                <a:ea typeface="Nimbus Sans"/>
                <a:cs typeface="Nimbus Sans"/>
              </a:defRPr>
            </a:pPr>
            <a:r>
              <a:rPr sz="1725" b="1">
                <a:solidFill>
                  <a:srgbClr val="A1482C"/>
                </a:solidFill>
                <a:latin typeface="Nimbus Sans"/>
                <a:ea typeface="Nimbus Sans"/>
                <a:cs typeface="Nimbus Sans"/>
              </a:rPr>
              <a:t>Missing proof stays missing.</a:t>
            </a:r>
          </a:p>
        </p:txBody>
      </p:sp>
    </p:spTree>
    <p:extLst>
      <p:ext uri="{BB962C8B-B14F-4D97-AF65-F5344CB8AC3E}">
        <p14:creationId xmlns:p14="http://schemas.microsoft.com/office/powerpoint/2010/main" val="56550893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13233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itle">
            <a:extLst xmlns:a="http://schemas.openxmlformats.org/drawingml/2006/main">
              <a:ext uri="{FF2B5EF4-FFF2-40B4-BE49-F238E27FC236}">
                <a16:creationId xmlns:a16="http://schemas.microsoft.com/office/drawing/2014/main" id="{9EFF73FC-77F7-4321-A77F-CD05E348F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7810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330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Claim: Institutions promote English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85C5DE32-5192-4BD5-BE18-5CD611A85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A04B"/>
          </a:solidFill>
          <a:ln xmlns:a="http://schemas.openxmlformats.org/drawingml/2006/main" w="0">
            <a:noFill/>
          </a:ln>
        </p:spPr>
      </p:sp>
      <p:sp>
        <p:nvSpPr>
          <p:cNvPr id="3" name="series">
            <a:extLst xmlns:a="http://schemas.openxmlformats.org/drawingml/2006/main">
              <a:ext uri="{FF2B5EF4-FFF2-40B4-BE49-F238E27FC236}">
                <a16:creationId xmlns:a16="http://schemas.microsoft.com/office/drawing/2014/main" id="{B423B1D3-BA6A-4EE4-BEB1-BE439F32C1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15075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CFDAF3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>
                <a:solidFill>
                  <a:srgbClr val="CFDAF3"/>
                </a:solidFill>
                <a:latin typeface="Nimbus Sans"/>
                <a:ea typeface="Nimbus Sans"/>
                <a:cs typeface="Nimbus Sans"/>
              </a:rPr>
              <a:t>ENGLISH / 07 / 05</a:t>
            </a:r>
          </a:p>
        </p:txBody>
      </p:sp>
      <p:sp>
        <p:nvSpPr>
          <p:cNvPr id="4" name="verdict">
            <a:extLst xmlns:a="http://schemas.openxmlformats.org/drawingml/2006/main">
              <a:ext uri="{FF2B5EF4-FFF2-40B4-BE49-F238E27FC236}">
                <a16:creationId xmlns:a16="http://schemas.microsoft.com/office/drawing/2014/main" id="{8B6BDF06-812A-4CB1-ADED-5DF86263F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14350"/>
            <a:ext cx="25527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4D6657"/>
          </a:solidFill>
          <a:ln xmlns:a="http://schemas.openxmlformats.org/drawingml/2006/main" w="0">
            <a:noFill/>
          </a:ln>
        </p:spPr>
      </p:sp>
      <p:sp>
        <p:nvSpPr>
          <p:cNvPr id="5" name="verdict-text">
            <a:extLst xmlns:a="http://schemas.openxmlformats.org/drawingml/2006/main">
              <a:ext uri="{FF2B5EF4-FFF2-40B4-BE49-F238E27FC236}">
                <a16:creationId xmlns:a16="http://schemas.microsoft.com/office/drawing/2014/main" id="{5CD4A7E9-124E-4A4F-B483-0A04A00A9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14350"/>
            <a:ext cx="2552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SUPPORTED</a:t>
            </a:r>
          </a:p>
        </p:txBody>
      </p:sp>
      <p:sp>
        <p:nvSpPr>
          <p:cNvPr id="6" name="card-0">
            <a:extLst xmlns:a="http://schemas.openxmlformats.org/drawingml/2006/main">
              <a:ext uri="{FF2B5EF4-FFF2-40B4-BE49-F238E27FC236}">
                <a16:creationId xmlns:a16="http://schemas.microsoft.com/office/drawing/2014/main" id="{0E9C31AB-BC2A-4338-A11F-C58ACE421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857375"/>
            <a:ext cx="2895600" cy="3000375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1C3141"/>
          </a:solidFill>
          <a:ln xmlns:a="http://schemas.openxmlformats.org/drawingml/2006/main" w="19050">
            <a:solidFill>
              <a:srgbClr val="516472"/>
            </a:solidFill>
          </a:ln>
        </p:spPr>
      </p:sp>
      <p:sp>
        <p:nvSpPr>
          <p:cNvPr id="7" name="k-0">
            <a:extLst xmlns:a="http://schemas.openxmlformats.org/drawingml/2006/main">
              <a:ext uri="{FF2B5EF4-FFF2-40B4-BE49-F238E27FC236}">
                <a16:creationId xmlns:a16="http://schemas.microsoft.com/office/drawing/2014/main" id="{1C440BB3-5B26-4373-A311-CE0CBF0BC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2133600"/>
            <a:ext cx="2438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D1A04B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>
                <a:solidFill>
                  <a:srgbClr val="D1A04B"/>
                </a:solidFill>
                <a:latin typeface="Nimbus Sans"/>
                <a:ea typeface="Nimbus Sans"/>
                <a:cs typeface="Nimbus Sans"/>
              </a:rPr>
              <a:t>BRITISH COUNCIL</a:t>
            </a:r>
          </a:p>
        </p:txBody>
      </p:sp>
      <p:sp>
        <p:nvSpPr>
          <p:cNvPr id="8" name="big-0">
            <a:extLst xmlns:a="http://schemas.openxmlformats.org/drawingml/2006/main">
              <a:ext uri="{FF2B5EF4-FFF2-40B4-BE49-F238E27FC236}">
                <a16:creationId xmlns:a16="http://schemas.microsoft.com/office/drawing/2014/main" id="{3D4CE952-FA5E-4DDA-836C-D49A02ADF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2714625"/>
            <a:ext cx="2438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232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Public mission</a:t>
            </a:r>
          </a:p>
        </p:txBody>
      </p:sp>
      <p:sp>
        <p:nvSpPr>
          <p:cNvPr id="9" name="rule-0">
            <a:extLst xmlns:a="http://schemas.openxmlformats.org/drawingml/2006/main">
              <a:ext uri="{FF2B5EF4-FFF2-40B4-BE49-F238E27FC236}">
                <a16:creationId xmlns:a16="http://schemas.microsoft.com/office/drawing/2014/main" id="{30A6E6F7-1F2F-488D-8FDE-A573F516D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6425" y="3514725"/>
            <a:ext cx="114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1A04B"/>
          </a:solidFill>
          <a:ln xmlns:a="http://schemas.openxmlformats.org/drawingml/2006/main" w="0">
            <a:noFill/>
          </a:ln>
        </p:spPr>
      </p:sp>
      <p:sp>
        <p:nvSpPr>
          <p:cNvPr id="10" name="small-0">
            <a:extLst xmlns:a="http://schemas.openxmlformats.org/drawingml/2006/main">
              <a:ext uri="{FF2B5EF4-FFF2-40B4-BE49-F238E27FC236}">
                <a16:creationId xmlns:a16="http://schemas.microsoft.com/office/drawing/2014/main" id="{4DC26DFA-39FE-4A23-A9E6-944C61477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810000"/>
            <a:ext cx="2324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CFDAF3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CFDAF3"/>
                </a:solidFill>
                <a:latin typeface="Nimbus Sans"/>
                <a:ea typeface="Nimbus Sans"/>
                <a:cs typeface="Nimbus Sans"/>
              </a:rPr>
              <a:t>Language builds connections.</a:t>
            </a:r>
          </a:p>
        </p:txBody>
      </p:sp>
      <p:sp>
        <p:nvSpPr>
          <p:cNvPr id="11" name="card-1">
            <a:extLst xmlns:a="http://schemas.openxmlformats.org/drawingml/2006/main">
              <a:ext uri="{FF2B5EF4-FFF2-40B4-BE49-F238E27FC236}">
                <a16:creationId xmlns:a16="http://schemas.microsoft.com/office/drawing/2014/main" id="{D768295B-FCA6-417D-BB54-DB18860B5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1857375"/>
            <a:ext cx="2895600" cy="3000375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1C3141"/>
          </a:solidFill>
          <a:ln xmlns:a="http://schemas.openxmlformats.org/drawingml/2006/main" w="19050">
            <a:solidFill>
              <a:srgbClr val="516472"/>
            </a:solidFill>
          </a:ln>
        </p:spPr>
      </p:sp>
      <p:sp>
        <p:nvSpPr>
          <p:cNvPr id="12" name="k-1">
            <a:extLst xmlns:a="http://schemas.openxmlformats.org/drawingml/2006/main">
              <a:ext uri="{FF2B5EF4-FFF2-40B4-BE49-F238E27FC236}">
                <a16:creationId xmlns:a16="http://schemas.microsoft.com/office/drawing/2014/main" id="{784D6AB7-41CC-4DB0-B3C0-45E616828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133600"/>
            <a:ext cx="2438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214CB7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>
                <a:solidFill>
                  <a:srgbClr val="214CB7"/>
                </a:solidFill>
                <a:latin typeface="Nimbus Sans"/>
                <a:ea typeface="Nimbus Sans"/>
                <a:cs typeface="Nimbus Sans"/>
              </a:rPr>
              <a:t>AVIATION</a:t>
            </a:r>
          </a:p>
        </p:txBody>
      </p:sp>
      <p:sp>
        <p:nvSpPr>
          <p:cNvPr id="13" name="big-1">
            <a:extLst xmlns:a="http://schemas.openxmlformats.org/drawingml/2006/main">
              <a:ext uri="{FF2B5EF4-FFF2-40B4-BE49-F238E27FC236}">
                <a16:creationId xmlns:a16="http://schemas.microsoft.com/office/drawing/2014/main" id="{F946D707-FBF2-4477-B7F8-1984701AC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2714625"/>
            <a:ext cx="2438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232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Safety standard</a:t>
            </a:r>
          </a:p>
        </p:txBody>
      </p:sp>
      <p:sp>
        <p:nvSpPr>
          <p:cNvPr id="14" name="rule-1">
            <a:extLst xmlns:a="http://schemas.openxmlformats.org/drawingml/2006/main">
              <a:ext uri="{FF2B5EF4-FFF2-40B4-BE49-F238E27FC236}">
                <a16:creationId xmlns:a16="http://schemas.microsoft.com/office/drawing/2014/main" id="{5049FBA9-88FA-47D0-AE3F-E26002F0A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3514725"/>
            <a:ext cx="114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CB7"/>
          </a:solidFill>
          <a:ln xmlns:a="http://schemas.openxmlformats.org/drawingml/2006/main" w="0">
            <a:noFill/>
          </a:ln>
        </p:spPr>
      </p:sp>
      <p:sp>
        <p:nvSpPr>
          <p:cNvPr id="15" name="small-1">
            <a:extLst xmlns:a="http://schemas.openxmlformats.org/drawingml/2006/main">
              <a:ext uri="{FF2B5EF4-FFF2-40B4-BE49-F238E27FC236}">
                <a16:creationId xmlns:a16="http://schemas.microsoft.com/office/drawing/2014/main" id="{9971FD1D-6013-40B3-8362-D2D9FD3C9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33950" y="3810000"/>
            <a:ext cx="2324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CFDAF3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CFDAF3"/>
                </a:solidFill>
                <a:latin typeface="Nimbus Sans"/>
                <a:ea typeface="Nimbus Sans"/>
                <a:cs typeface="Nimbus Sans"/>
              </a:rPr>
              <a:t>English proficiency matters.</a:t>
            </a:r>
          </a:p>
        </p:txBody>
      </p:sp>
      <p:sp>
        <p:nvSpPr>
          <p:cNvPr id="16" name="card-2">
            <a:extLst xmlns:a="http://schemas.openxmlformats.org/drawingml/2006/main">
              <a:ext uri="{FF2B5EF4-FFF2-40B4-BE49-F238E27FC236}">
                <a16:creationId xmlns:a16="http://schemas.microsoft.com/office/drawing/2014/main" id="{2F86FA72-E4C5-4EFB-8E49-D9AA8A93A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6275" y="1857375"/>
            <a:ext cx="2895600" cy="3000375"/>
          </a:xfrm>
          <a:prstGeom xmlns:a="http://schemas.openxmlformats.org/drawingml/2006/main" prst="roundRect">
            <a:avLst>
              <a:gd name="adj" fmla="val 2632"/>
            </a:avLst>
          </a:prstGeom>
          <a:solidFill xmlns:a="http://schemas.openxmlformats.org/drawingml/2006/main">
            <a:srgbClr val="1C3141"/>
          </a:solidFill>
          <a:ln xmlns:a="http://schemas.openxmlformats.org/drawingml/2006/main" w="19050">
            <a:solidFill>
              <a:srgbClr val="516472"/>
            </a:solidFill>
          </a:ln>
        </p:spPr>
      </p:sp>
      <p:sp>
        <p:nvSpPr>
          <p:cNvPr id="17" name="k-2">
            <a:extLst xmlns:a="http://schemas.openxmlformats.org/drawingml/2006/main">
              <a:ext uri="{FF2B5EF4-FFF2-40B4-BE49-F238E27FC236}">
                <a16:creationId xmlns:a16="http://schemas.microsoft.com/office/drawing/2014/main" id="{E63707D2-24C8-4988-B559-79238E6CE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133600"/>
            <a:ext cx="24384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4D6657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>
                <a:solidFill>
                  <a:srgbClr val="4D6657"/>
                </a:solidFill>
                <a:latin typeface="Nimbus Sans"/>
                <a:ea typeface="Nimbus Sans"/>
                <a:cs typeface="Nimbus Sans"/>
              </a:rPr>
              <a:t>INFLUENCE</a:t>
            </a:r>
          </a:p>
        </p:txBody>
      </p:sp>
      <p:sp>
        <p:nvSpPr>
          <p:cNvPr id="18" name="big-2">
            <a:extLst xmlns:a="http://schemas.openxmlformats.org/drawingml/2006/main">
              <a:ext uri="{FF2B5EF4-FFF2-40B4-BE49-F238E27FC236}">
                <a16:creationId xmlns:a16="http://schemas.microsoft.com/office/drawing/2014/main" id="{3340A198-8A8F-474E-8D72-33A27D135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2714625"/>
            <a:ext cx="24384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2325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Stated benefit</a:t>
            </a:r>
          </a:p>
        </p:txBody>
      </p:sp>
      <p:sp>
        <p:nvSpPr>
          <p:cNvPr id="19" name="rule-2">
            <a:extLst xmlns:a="http://schemas.openxmlformats.org/drawingml/2006/main">
              <a:ext uri="{FF2B5EF4-FFF2-40B4-BE49-F238E27FC236}">
                <a16:creationId xmlns:a16="http://schemas.microsoft.com/office/drawing/2014/main" id="{CF5A78BC-D0DD-4341-8D81-264A2ED63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2575" y="3514725"/>
            <a:ext cx="1143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6657"/>
          </a:solidFill>
          <a:ln xmlns:a="http://schemas.openxmlformats.org/drawingml/2006/main" w="0">
            <a:noFill/>
          </a:ln>
        </p:spPr>
      </p:sp>
      <p:sp>
        <p:nvSpPr>
          <p:cNvPr id="20" name="small-2">
            <a:extLst xmlns:a="http://schemas.openxmlformats.org/drawingml/2006/main">
              <a:ext uri="{FF2B5EF4-FFF2-40B4-BE49-F238E27FC236}">
                <a16:creationId xmlns:a16="http://schemas.microsoft.com/office/drawing/2014/main" id="{7B4BE8A4-39E9-4719-98DB-93418E525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3810000"/>
            <a:ext cx="23241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0">
                <a:solidFill>
                  <a:srgbClr val="CFDAF3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CFDAF3"/>
                </a:solidFill>
                <a:latin typeface="Nimbus Sans"/>
                <a:ea typeface="Nimbus Sans"/>
                <a:cs typeface="Nimbus Sans"/>
              </a:rPr>
              <a:t>Reputation supports growth.</a:t>
            </a:r>
          </a:p>
        </p:txBody>
      </p:sp>
      <p:sp>
        <p:nvSpPr>
          <p:cNvPr id="21" name="takeaway">
            <a:extLst xmlns:a="http://schemas.openxmlformats.org/drawingml/2006/main">
              <a:ext uri="{FF2B5EF4-FFF2-40B4-BE49-F238E27FC236}">
                <a16:creationId xmlns:a16="http://schemas.microsoft.com/office/drawing/2014/main" id="{9C7C8E03-5388-44C4-BBCF-F3BCC48F1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314950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D1A04B"/>
                </a:solidFill>
                <a:latin typeface="Nimbus Sans"/>
                <a:ea typeface="Nimbus Sans"/>
                <a:cs typeface="Nimbus Sans"/>
              </a:defRPr>
            </a:pPr>
            <a:r>
              <a:rPr sz="2175" b="1">
                <a:solidFill>
                  <a:srgbClr val="D1A04B"/>
                </a:solidFill>
                <a:latin typeface="Nimbus Sans"/>
                <a:ea typeface="Nimbus Sans"/>
                <a:cs typeface="Nimbus Sans"/>
              </a:rPr>
              <a:t>Promotion is not secret.</a:t>
            </a:r>
          </a:p>
        </p:txBody>
      </p:sp>
      <p:sp>
        <p:nvSpPr>
          <p:cNvPr id="22" name="limit">
            <a:extLst xmlns:a="http://schemas.openxmlformats.org/drawingml/2006/main">
              <a:ext uri="{FF2B5EF4-FFF2-40B4-BE49-F238E27FC236}">
                <a16:creationId xmlns:a16="http://schemas.microsoft.com/office/drawing/2014/main" id="{1E4AE51E-52DD-47EA-ABE6-B3C2A82D3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772150"/>
            <a:ext cx="10287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CFDAF3"/>
                </a:solidFill>
                <a:latin typeface="Nimbus Sans"/>
                <a:ea typeface="Nimbus Sans"/>
                <a:cs typeface="Nimbus Sans"/>
              </a:defRPr>
            </a:pPr>
            <a:r>
              <a:rPr sz="1725" b="1">
                <a:solidFill>
                  <a:srgbClr val="CFDAF3"/>
                </a:solidFill>
                <a:latin typeface="Nimbus Sans"/>
                <a:ea typeface="Nimbus Sans"/>
                <a:cs typeface="Nimbus Sans"/>
              </a:rPr>
              <a:t>Public influence still matters.</a:t>
            </a:r>
          </a:p>
        </p:txBody>
      </p:sp>
    </p:spTree>
    <p:extLst>
      <p:ext uri="{BB962C8B-B14F-4D97-AF65-F5344CB8AC3E}">
        <p14:creationId xmlns:p14="http://schemas.microsoft.com/office/powerpoint/2010/main" val="608442963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1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title">
            <a:extLst xmlns:a="http://schemas.openxmlformats.org/drawingml/2006/main">
              <a:ext uri="{FF2B5EF4-FFF2-40B4-BE49-F238E27FC236}">
                <a16:creationId xmlns:a16="http://schemas.microsoft.com/office/drawing/2014/main" id="{03FFAE84-4554-4D1E-9124-6A6427ACB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7810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3300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Claim: Simplicity caused dominance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D0B3117E-5331-442B-AA09-A491F1F65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CB7"/>
          </a:solidFill>
          <a:ln xmlns:a="http://schemas.openxmlformats.org/drawingml/2006/main" w="0">
            <a:noFill/>
          </a:ln>
        </p:spPr>
      </p:sp>
      <p:sp>
        <p:nvSpPr>
          <p:cNvPr id="3" name="series">
            <a:extLst xmlns:a="http://schemas.openxmlformats.org/drawingml/2006/main">
              <a:ext uri="{FF2B5EF4-FFF2-40B4-BE49-F238E27FC236}">
                <a16:creationId xmlns:a16="http://schemas.microsoft.com/office/drawing/2014/main" id="{11F193D4-190F-495C-80BD-6A2AA78BA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15075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14CB7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>
                <a:solidFill>
                  <a:srgbClr val="214CB7"/>
                </a:solidFill>
                <a:latin typeface="Nimbus Sans"/>
                <a:ea typeface="Nimbus Sans"/>
                <a:cs typeface="Nimbus Sans"/>
              </a:rPr>
              <a:t>ENGLISH / 07 / 06</a:t>
            </a:r>
          </a:p>
        </p:txBody>
      </p:sp>
      <p:sp>
        <p:nvSpPr>
          <p:cNvPr id="4" name="verdict">
            <a:extLst xmlns:a="http://schemas.openxmlformats.org/drawingml/2006/main">
              <a:ext uri="{FF2B5EF4-FFF2-40B4-BE49-F238E27FC236}">
                <a16:creationId xmlns:a16="http://schemas.microsoft.com/office/drawing/2014/main" id="{0720C01E-4FF2-4C4D-AC58-A98042C7A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14350"/>
            <a:ext cx="25527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A1482C"/>
          </a:solidFill>
          <a:ln xmlns:a="http://schemas.openxmlformats.org/drawingml/2006/main" w="0">
            <a:noFill/>
          </a:ln>
        </p:spPr>
      </p:sp>
      <p:sp>
        <p:nvSpPr>
          <p:cNvPr id="5" name="verdict-text">
            <a:extLst xmlns:a="http://schemas.openxmlformats.org/drawingml/2006/main">
              <a:ext uri="{FF2B5EF4-FFF2-40B4-BE49-F238E27FC236}">
                <a16:creationId xmlns:a16="http://schemas.microsoft.com/office/drawing/2014/main" id="{7973AD22-D667-497E-B971-F2818B141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14350"/>
            <a:ext cx="2552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UNPROVEN</a:t>
            </a:r>
          </a:p>
        </p:txBody>
      </p:sp>
      <p:sp>
        <p:nvSpPr>
          <p:cNvPr id="6" name="left">
            <a:extLst xmlns:a="http://schemas.openxmlformats.org/drawingml/2006/main">
              <a:ext uri="{FF2B5EF4-FFF2-40B4-BE49-F238E27FC236}">
                <a16:creationId xmlns:a16="http://schemas.microsoft.com/office/drawing/2014/main" id="{B675C8EB-3D3E-4F94-AC1E-D21096613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43075"/>
            <a:ext cx="50482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CEBE"/>
            </a:solidFill>
          </a:ln>
        </p:spPr>
      </p:sp>
      <p:sp>
        <p:nvSpPr>
          <p:cNvPr id="7" name="left-k">
            <a:extLst xmlns:a="http://schemas.openxmlformats.org/drawingml/2006/main">
              <a:ext uri="{FF2B5EF4-FFF2-40B4-BE49-F238E27FC236}">
                <a16:creationId xmlns:a16="http://schemas.microsoft.com/office/drawing/2014/main" id="{2E49FB8E-8492-481A-8305-8EC72478A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057400"/>
            <a:ext cx="440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A1482C"/>
                </a:solidFill>
                <a:latin typeface="Nimbus Sans"/>
                <a:ea typeface="Nimbus Sans"/>
                <a:cs typeface="Nimbus Sans"/>
              </a:defRPr>
            </a:pPr>
            <a:r>
              <a:rPr sz="1500" b="1">
                <a:solidFill>
                  <a:srgbClr val="A1482C"/>
                </a:solidFill>
                <a:latin typeface="Nimbus Sans"/>
                <a:ea typeface="Nimbus Sans"/>
                <a:cs typeface="Nimbus Sans"/>
              </a:rPr>
              <a:t>CLAIM</a:t>
            </a:r>
          </a:p>
        </p:txBody>
      </p:sp>
      <p:sp>
        <p:nvSpPr>
          <p:cNvPr id="8" name="left-big">
            <a:extLst xmlns:a="http://schemas.openxmlformats.org/drawingml/2006/main">
              <a:ext uri="{FF2B5EF4-FFF2-40B4-BE49-F238E27FC236}">
                <a16:creationId xmlns:a16="http://schemas.microsoft.com/office/drawing/2014/main" id="{915DAC41-CE66-4F7A-835D-5D3396504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28900"/>
            <a:ext cx="44005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700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2700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“English is easiest.”</a:t>
            </a:r>
          </a:p>
        </p:txBody>
      </p:sp>
      <p:sp>
        <p:nvSpPr>
          <p:cNvPr id="9" name="left-small">
            <a:extLst xmlns:a="http://schemas.openxmlformats.org/drawingml/2006/main">
              <a:ext uri="{FF2B5EF4-FFF2-40B4-BE49-F238E27FC236}">
                <a16:creationId xmlns:a16="http://schemas.microsoft.com/office/drawing/2014/main" id="{E00F40D9-064F-44ED-B1AC-69CF06291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05225"/>
            <a:ext cx="44005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1875" b="0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No decisive evidence.</a:t>
            </a:r>
          </a:p>
        </p:txBody>
      </p:sp>
      <p:sp>
        <p:nvSpPr>
          <p:cNvPr id="10" name="right">
            <a:extLst xmlns:a="http://schemas.openxmlformats.org/drawingml/2006/main">
              <a:ext uri="{FF2B5EF4-FFF2-40B4-BE49-F238E27FC236}">
                <a16:creationId xmlns:a16="http://schemas.microsoft.com/office/drawing/2014/main" id="{9A8E2540-3064-4F42-AE06-E050CEB99F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743075"/>
            <a:ext cx="50482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EEE5D7"/>
          </a:solidFill>
          <a:ln xmlns:a="http://schemas.openxmlformats.org/drawingml/2006/main" w="19050">
            <a:solidFill>
              <a:srgbClr val="D7CEBE"/>
            </a:solidFill>
          </a:ln>
        </p:spPr>
      </p:sp>
      <p:sp>
        <p:nvSpPr>
          <p:cNvPr id="11" name="right-k">
            <a:extLst xmlns:a="http://schemas.openxmlformats.org/drawingml/2006/main">
              <a:ext uri="{FF2B5EF4-FFF2-40B4-BE49-F238E27FC236}">
                <a16:creationId xmlns:a16="http://schemas.microsoft.com/office/drawing/2014/main" id="{069D0AEB-777A-4DC2-8ADE-E39A29B9D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057400"/>
            <a:ext cx="44005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14CB7"/>
                </a:solidFill>
                <a:latin typeface="Nimbus Sans"/>
                <a:ea typeface="Nimbus Sans"/>
                <a:cs typeface="Nimbus Sans"/>
              </a:defRPr>
            </a:pPr>
            <a:r>
              <a:rPr sz="1500" b="1">
                <a:solidFill>
                  <a:srgbClr val="214CB7"/>
                </a:solidFill>
                <a:latin typeface="Nimbus Sans"/>
                <a:ea typeface="Nimbus Sans"/>
                <a:cs typeface="Nimbus Sans"/>
              </a:rPr>
              <a:t>BETTER EXPLANATION</a:t>
            </a:r>
          </a:p>
        </p:txBody>
      </p:sp>
      <p:sp>
        <p:nvSpPr>
          <p:cNvPr id="12" name="right-one">
            <a:extLst xmlns:a="http://schemas.openxmlformats.org/drawingml/2006/main">
              <a:ext uri="{FF2B5EF4-FFF2-40B4-BE49-F238E27FC236}">
                <a16:creationId xmlns:a16="http://schemas.microsoft.com/office/drawing/2014/main" id="{D1DD10B3-BB53-48EC-A520-6D4324862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647950"/>
            <a:ext cx="4400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2325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Power built networks.</a:t>
            </a:r>
          </a:p>
        </p:txBody>
      </p:sp>
      <p:sp>
        <p:nvSpPr>
          <p:cNvPr id="13" name="right-two">
            <a:extLst xmlns:a="http://schemas.openxmlformats.org/drawingml/2006/main">
              <a:ext uri="{FF2B5EF4-FFF2-40B4-BE49-F238E27FC236}">
                <a16:creationId xmlns:a16="http://schemas.microsoft.com/office/drawing/2014/main" id="{C5A25CC1-0512-49D8-870C-1E1C448828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333750"/>
            <a:ext cx="44005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2175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Networks rewarded learning.</a:t>
            </a:r>
          </a:p>
        </p:txBody>
      </p:sp>
      <p:sp>
        <p:nvSpPr>
          <p:cNvPr id="14" name="right-three">
            <a:extLst xmlns:a="http://schemas.openxmlformats.org/drawingml/2006/main">
              <a:ext uri="{FF2B5EF4-FFF2-40B4-BE49-F238E27FC236}">
                <a16:creationId xmlns:a16="http://schemas.microsoft.com/office/drawing/2014/main" id="{21220F04-0FFB-4F56-A147-059CA1716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019550"/>
            <a:ext cx="44005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4D6657"/>
                </a:solidFill>
                <a:latin typeface="Nimbus Sans"/>
                <a:ea typeface="Nimbus Sans"/>
                <a:cs typeface="Nimbus Sans"/>
              </a:defRPr>
            </a:pPr>
            <a:r>
              <a:rPr sz="1875" b="1">
                <a:solidFill>
                  <a:srgbClr val="4D6657"/>
                </a:solidFill>
                <a:latin typeface="Nimbus Sans"/>
                <a:ea typeface="Nimbus Sans"/>
                <a:cs typeface="Nimbus Sans"/>
              </a:rPr>
              <a:t>History sustained reach.</a:t>
            </a:r>
          </a:p>
        </p:txBody>
      </p:sp>
      <p:sp>
        <p:nvSpPr>
          <p:cNvPr id="15" name="takeaway">
            <a:extLst xmlns:a="http://schemas.openxmlformats.org/drawingml/2006/main">
              <a:ext uri="{FF2B5EF4-FFF2-40B4-BE49-F238E27FC236}">
                <a16:creationId xmlns:a16="http://schemas.microsoft.com/office/drawing/2014/main" id="{CB86BD45-BBE7-46B9-8FF0-2A2317B93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381625"/>
            <a:ext cx="10287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1">
                <a:solidFill>
                  <a:srgbClr val="214CB7"/>
                </a:solidFill>
                <a:latin typeface="Nimbus Sans"/>
                <a:ea typeface="Nimbus Sans"/>
                <a:cs typeface="Nimbus Sans"/>
              </a:defRPr>
            </a:pPr>
            <a:r>
              <a:rPr sz="2175" b="1">
                <a:solidFill>
                  <a:srgbClr val="214CB7"/>
                </a:solidFill>
                <a:latin typeface="Nimbus Sans"/>
                <a:ea typeface="Nimbus Sans"/>
                <a:cs typeface="Nimbus Sans"/>
              </a:rPr>
              <a:t>Ease never proves dominance.</a:t>
            </a:r>
          </a:p>
        </p:txBody>
      </p:sp>
    </p:spTree>
    <p:extLst>
      <p:ext uri="{BB962C8B-B14F-4D97-AF65-F5344CB8AC3E}">
        <p14:creationId xmlns:p14="http://schemas.microsoft.com/office/powerpoint/2010/main" val="11060301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1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title">
            <a:extLst xmlns:a="http://schemas.openxmlformats.org/drawingml/2006/main">
              <a:ext uri="{FF2B5EF4-FFF2-40B4-BE49-F238E27FC236}">
                <a16:creationId xmlns:a16="http://schemas.microsoft.com/office/drawing/2014/main" id="{B3DBCD21-C77B-4AED-A589-F615CD474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7810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3300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Claim: English erased rivals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68A9B637-FE48-4C8C-A4B3-E4B4BB7AB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CB7"/>
          </a:solidFill>
          <a:ln xmlns:a="http://schemas.openxmlformats.org/drawingml/2006/main" w="0">
            <a:noFill/>
          </a:ln>
        </p:spPr>
      </p:sp>
      <p:sp>
        <p:nvSpPr>
          <p:cNvPr id="3" name="series">
            <a:extLst xmlns:a="http://schemas.openxmlformats.org/drawingml/2006/main">
              <a:ext uri="{FF2B5EF4-FFF2-40B4-BE49-F238E27FC236}">
                <a16:creationId xmlns:a16="http://schemas.microsoft.com/office/drawing/2014/main" id="{09DCA3BB-2BCD-4A5D-BAFC-C3AE40DBC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15075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14CB7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>
                <a:solidFill>
                  <a:srgbClr val="214CB7"/>
                </a:solidFill>
                <a:latin typeface="Nimbus Sans"/>
                <a:ea typeface="Nimbus Sans"/>
                <a:cs typeface="Nimbus Sans"/>
              </a:rPr>
              <a:t>ENGLISH / 07 / 07</a:t>
            </a:r>
          </a:p>
        </p:txBody>
      </p:sp>
      <p:sp>
        <p:nvSpPr>
          <p:cNvPr id="4" name="verdict">
            <a:extLst xmlns:a="http://schemas.openxmlformats.org/drawingml/2006/main">
              <a:ext uri="{FF2B5EF4-FFF2-40B4-BE49-F238E27FC236}">
                <a16:creationId xmlns:a16="http://schemas.microsoft.com/office/drawing/2014/main" id="{4F88E077-65F1-43A8-98ED-08E322E81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14350"/>
            <a:ext cx="287655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1A04B"/>
          </a:solidFill>
          <a:ln xmlns:a="http://schemas.openxmlformats.org/drawingml/2006/main" w="0">
            <a:noFill/>
          </a:ln>
        </p:spPr>
      </p:sp>
      <p:sp>
        <p:nvSpPr>
          <p:cNvPr id="5" name="verdict-text">
            <a:extLst xmlns:a="http://schemas.openxmlformats.org/drawingml/2006/main">
              <a:ext uri="{FF2B5EF4-FFF2-40B4-BE49-F238E27FC236}">
                <a16:creationId xmlns:a16="http://schemas.microsoft.com/office/drawing/2014/main" id="{EDDF0653-C6EF-4EE3-99B0-9152BA029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514350"/>
            <a:ext cx="28765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OVERSTATED</a:t>
            </a:r>
          </a:p>
        </p:txBody>
      </p:sp>
      <p:sp>
        <p:nvSpPr>
          <p:cNvPr id="6" name="row-0">
            <a:extLst xmlns:a="http://schemas.openxmlformats.org/drawingml/2006/main">
              <a:ext uri="{FF2B5EF4-FFF2-40B4-BE49-F238E27FC236}">
                <a16:creationId xmlns:a16="http://schemas.microsoft.com/office/drawing/2014/main" id="{6109334C-2F23-4473-9A1D-42FDB1BEC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95450"/>
            <a:ext cx="10287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CEBE"/>
            </a:solidFill>
          </a:ln>
        </p:spPr>
      </p:sp>
      <p:sp>
        <p:nvSpPr>
          <p:cNvPr id="7" name="label-0">
            <a:extLst xmlns:a="http://schemas.openxmlformats.org/drawingml/2006/main">
              <a:ext uri="{FF2B5EF4-FFF2-40B4-BE49-F238E27FC236}">
                <a16:creationId xmlns:a16="http://schemas.microsoft.com/office/drawing/2014/main" id="{2046E01E-1456-40DE-9E2F-BAEA50C27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95450"/>
            <a:ext cx="2381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A1482C"/>
          </a:solidFill>
          <a:ln xmlns:a="http://schemas.openxmlformats.org/drawingml/2006/main" w="0">
            <a:noFill/>
          </a:ln>
        </p:spPr>
      </p:sp>
      <p:sp>
        <p:nvSpPr>
          <p:cNvPr id="8" name="ktext-0">
            <a:extLst xmlns:a="http://schemas.openxmlformats.org/drawingml/2006/main">
              <a:ext uri="{FF2B5EF4-FFF2-40B4-BE49-F238E27FC236}">
                <a16:creationId xmlns:a16="http://schemas.microsoft.com/office/drawing/2014/main" id="{A7DCC787-0859-47DD-8D2F-FC4D7ADDF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695450"/>
            <a:ext cx="238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PRESSURE</a:t>
            </a:r>
          </a:p>
        </p:txBody>
      </p:sp>
      <p:sp>
        <p:nvSpPr>
          <p:cNvPr id="9" name="v-0">
            <a:extLst xmlns:a="http://schemas.openxmlformats.org/drawingml/2006/main">
              <a:ext uri="{FF2B5EF4-FFF2-40B4-BE49-F238E27FC236}">
                <a16:creationId xmlns:a16="http://schemas.microsoft.com/office/drawing/2014/main" id="{5F680302-16E8-4CE3-8CDA-569F59AFD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1695450"/>
            <a:ext cx="714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2100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Language pressure is real.</a:t>
            </a:r>
          </a:p>
        </p:txBody>
      </p:sp>
      <p:sp>
        <p:nvSpPr>
          <p:cNvPr id="10" name="row-1">
            <a:extLst xmlns:a="http://schemas.openxmlformats.org/drawingml/2006/main">
              <a:ext uri="{FF2B5EF4-FFF2-40B4-BE49-F238E27FC236}">
                <a16:creationId xmlns:a16="http://schemas.microsoft.com/office/drawing/2014/main" id="{16033500-FCCB-4AFF-B332-1B88FFAA0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00325"/>
            <a:ext cx="10287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CEBE"/>
            </a:solidFill>
          </a:ln>
        </p:spPr>
      </p:sp>
      <p:sp>
        <p:nvSpPr>
          <p:cNvPr id="11" name="label-1">
            <a:extLst xmlns:a="http://schemas.openxmlformats.org/drawingml/2006/main">
              <a:ext uri="{FF2B5EF4-FFF2-40B4-BE49-F238E27FC236}">
                <a16:creationId xmlns:a16="http://schemas.microsoft.com/office/drawing/2014/main" id="{EC3476DC-A45C-4984-A406-A0855E664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00325"/>
            <a:ext cx="2381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214CB7"/>
          </a:solidFill>
          <a:ln xmlns:a="http://schemas.openxmlformats.org/drawingml/2006/main" w="0">
            <a:noFill/>
          </a:ln>
        </p:spPr>
      </p:sp>
      <p:sp>
        <p:nvSpPr>
          <p:cNvPr id="12" name="ktext-1">
            <a:extLst xmlns:a="http://schemas.openxmlformats.org/drawingml/2006/main">
              <a:ext uri="{FF2B5EF4-FFF2-40B4-BE49-F238E27FC236}">
                <a16:creationId xmlns:a16="http://schemas.microsoft.com/office/drawing/2014/main" id="{E0EF78E6-2F2C-49B5-834B-B1B34DEC1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600325"/>
            <a:ext cx="238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ACCESS</a:t>
            </a:r>
          </a:p>
        </p:txBody>
      </p:sp>
      <p:sp>
        <p:nvSpPr>
          <p:cNvPr id="13" name="v-1">
            <a:extLst xmlns:a="http://schemas.openxmlformats.org/drawingml/2006/main">
              <a:ext uri="{FF2B5EF4-FFF2-40B4-BE49-F238E27FC236}">
                <a16:creationId xmlns:a16="http://schemas.microsoft.com/office/drawing/2014/main" id="{70E0206F-DEAC-48A4-A434-2ED263529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600325"/>
            <a:ext cx="714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2100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Access remains unequal.</a:t>
            </a:r>
          </a:p>
        </p:txBody>
      </p:sp>
      <p:sp>
        <p:nvSpPr>
          <p:cNvPr id="14" name="row-2">
            <a:extLst xmlns:a="http://schemas.openxmlformats.org/drawingml/2006/main">
              <a:ext uri="{FF2B5EF4-FFF2-40B4-BE49-F238E27FC236}">
                <a16:creationId xmlns:a16="http://schemas.microsoft.com/office/drawing/2014/main" id="{7B883443-27FC-4F38-BCB8-EB9750996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05200"/>
            <a:ext cx="10287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CEBE"/>
            </a:solidFill>
          </a:ln>
        </p:spPr>
      </p:sp>
      <p:sp>
        <p:nvSpPr>
          <p:cNvPr id="15" name="label-2">
            <a:extLst xmlns:a="http://schemas.openxmlformats.org/drawingml/2006/main">
              <a:ext uri="{FF2B5EF4-FFF2-40B4-BE49-F238E27FC236}">
                <a16:creationId xmlns:a16="http://schemas.microsoft.com/office/drawing/2014/main" id="{8700823F-A7C8-418A-9059-C9C7B6728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05200"/>
            <a:ext cx="2381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4D6657"/>
          </a:solidFill>
          <a:ln xmlns:a="http://schemas.openxmlformats.org/drawingml/2006/main" w="0">
            <a:noFill/>
          </a:ln>
        </p:spPr>
      </p:sp>
      <p:sp>
        <p:nvSpPr>
          <p:cNvPr id="16" name="ktext-2">
            <a:extLst xmlns:a="http://schemas.openxmlformats.org/drawingml/2006/main">
              <a:ext uri="{FF2B5EF4-FFF2-40B4-BE49-F238E27FC236}">
                <a16:creationId xmlns:a16="http://schemas.microsoft.com/office/drawing/2014/main" id="{C6BB1C16-7003-4487-B169-3BAB0D389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505200"/>
            <a:ext cx="238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UNITED NATIONS</a:t>
            </a:r>
          </a:p>
        </p:txBody>
      </p:sp>
      <p:sp>
        <p:nvSpPr>
          <p:cNvPr id="17" name="v-2">
            <a:extLst xmlns:a="http://schemas.openxmlformats.org/drawingml/2006/main">
              <a:ext uri="{FF2B5EF4-FFF2-40B4-BE49-F238E27FC236}">
                <a16:creationId xmlns:a16="http://schemas.microsoft.com/office/drawing/2014/main" id="{F14B654F-8324-4D5E-899E-D5511C66F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505200"/>
            <a:ext cx="714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2100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Six official languages.</a:t>
            </a:r>
          </a:p>
        </p:txBody>
      </p:sp>
      <p:sp>
        <p:nvSpPr>
          <p:cNvPr id="18" name="row-3">
            <a:extLst xmlns:a="http://schemas.openxmlformats.org/drawingml/2006/main">
              <a:ext uri="{FF2B5EF4-FFF2-40B4-BE49-F238E27FC236}">
                <a16:creationId xmlns:a16="http://schemas.microsoft.com/office/drawing/2014/main" id="{3BF10025-394A-465F-B0FD-821CB9FB3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10075"/>
            <a:ext cx="102870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D7CEBE"/>
            </a:solidFill>
          </a:ln>
        </p:spPr>
      </p:sp>
      <p:sp>
        <p:nvSpPr>
          <p:cNvPr id="19" name="label-3">
            <a:extLst xmlns:a="http://schemas.openxmlformats.org/drawingml/2006/main">
              <a:ext uri="{FF2B5EF4-FFF2-40B4-BE49-F238E27FC236}">
                <a16:creationId xmlns:a16="http://schemas.microsoft.com/office/drawing/2014/main" id="{122F1122-2869-4F02-BED1-4C10FC5D7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10075"/>
            <a:ext cx="23812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1A04B"/>
          </a:solidFill>
          <a:ln xmlns:a="http://schemas.openxmlformats.org/drawingml/2006/main" w="0">
            <a:noFill/>
          </a:ln>
        </p:spPr>
      </p:sp>
      <p:sp>
        <p:nvSpPr>
          <p:cNvPr id="20" name="ktext-3">
            <a:extLst xmlns:a="http://schemas.openxmlformats.org/drawingml/2006/main">
              <a:ext uri="{FF2B5EF4-FFF2-40B4-BE49-F238E27FC236}">
                <a16:creationId xmlns:a16="http://schemas.microsoft.com/office/drawing/2014/main" id="{76E9B816-3399-4D21-B462-FAF6EBD9A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10075"/>
            <a:ext cx="2381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Nimbus Sans"/>
                <a:ea typeface="Nimbus Sans"/>
                <a:cs typeface="Nimbus Sans"/>
              </a:defRPr>
            </a:pPr>
            <a:r>
              <a:rPr sz="1350" b="1">
                <a:solidFill>
                  <a:srgbClr val="FFFFFF"/>
                </a:solidFill>
                <a:latin typeface="Nimbus Sans"/>
                <a:ea typeface="Nimbus Sans"/>
                <a:cs typeface="Nimbus Sans"/>
              </a:rPr>
              <a:t>EUROPEAN UNION</a:t>
            </a:r>
          </a:p>
        </p:txBody>
      </p:sp>
      <p:sp>
        <p:nvSpPr>
          <p:cNvPr id="21" name="v-3">
            <a:extLst xmlns:a="http://schemas.openxmlformats.org/drawingml/2006/main">
              <a:ext uri="{FF2B5EF4-FFF2-40B4-BE49-F238E27FC236}">
                <a16:creationId xmlns:a16="http://schemas.microsoft.com/office/drawing/2014/main" id="{33C3C084-EF8F-42FC-9854-D19AC31ED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410075"/>
            <a:ext cx="7143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2100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Twenty-four official languages.</a:t>
            </a:r>
          </a:p>
        </p:txBody>
      </p:sp>
      <p:sp>
        <p:nvSpPr>
          <p:cNvPr id="22" name="takeaway">
            <a:extLst xmlns:a="http://schemas.openxmlformats.org/drawingml/2006/main">
              <a:ext uri="{FF2B5EF4-FFF2-40B4-BE49-F238E27FC236}">
                <a16:creationId xmlns:a16="http://schemas.microsoft.com/office/drawing/2014/main" id="{5E676B25-CAEA-4D58-868E-C759DB78D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448300"/>
            <a:ext cx="1028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214CB7"/>
                </a:solidFill>
                <a:latin typeface="Nimbus Sans"/>
                <a:ea typeface="Nimbus Sans"/>
                <a:cs typeface="Nimbus Sans"/>
              </a:defRPr>
            </a:pPr>
            <a:r>
              <a:rPr sz="2100" b="1">
                <a:solidFill>
                  <a:srgbClr val="214CB7"/>
                </a:solidFill>
                <a:latin typeface="Nimbus Sans"/>
                <a:ea typeface="Nimbus Sans"/>
                <a:cs typeface="Nimbus Sans"/>
              </a:rPr>
              <a:t>Harm needs specific evidence.</a:t>
            </a:r>
          </a:p>
        </p:txBody>
      </p:sp>
    </p:spTree>
    <p:extLst>
      <p:ext uri="{BB962C8B-B14F-4D97-AF65-F5344CB8AC3E}">
        <p14:creationId xmlns:p14="http://schemas.microsoft.com/office/powerpoint/2010/main" val="43200267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1E5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title">
            <a:extLst xmlns:a="http://schemas.openxmlformats.org/drawingml/2006/main">
              <a:ext uri="{FF2B5EF4-FFF2-40B4-BE49-F238E27FC236}">
                <a16:creationId xmlns:a16="http://schemas.microsoft.com/office/drawing/2014/main" id="{ABED89BE-A116-40E4-BB92-F5B43F089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7200"/>
            <a:ext cx="7810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3300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Sources and verdicts</a:t>
            </a:r>
          </a:p>
        </p:txBody>
      </p:sp>
      <p:sp>
        <p:nvSpPr>
          <p:cNvPr id="2" name="title-rule">
            <a:extLst xmlns:a="http://schemas.openxmlformats.org/drawingml/2006/main">
              <a:ext uri="{FF2B5EF4-FFF2-40B4-BE49-F238E27FC236}">
                <a16:creationId xmlns:a16="http://schemas.microsoft.com/office/drawing/2014/main" id="{B424815F-D247-46F7-BDC5-CD5DC0447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257300"/>
            <a:ext cx="8191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4CB7"/>
          </a:solidFill>
          <a:ln xmlns:a="http://schemas.openxmlformats.org/drawingml/2006/main" w="0">
            <a:noFill/>
          </a:ln>
        </p:spPr>
      </p:sp>
      <p:sp>
        <p:nvSpPr>
          <p:cNvPr id="3" name="series">
            <a:extLst xmlns:a="http://schemas.openxmlformats.org/drawingml/2006/main">
              <a:ext uri="{FF2B5EF4-FFF2-40B4-BE49-F238E27FC236}">
                <a16:creationId xmlns:a16="http://schemas.microsoft.com/office/drawing/2014/main" id="{52B501D1-3C16-4B7A-9AA2-4B49510CA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315075"/>
            <a:ext cx="3619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14CB7"/>
                </a:solidFill>
                <a:latin typeface="Nimbus Sans"/>
                <a:ea typeface="Nimbus Sans"/>
                <a:cs typeface="Nimbus Sans"/>
              </a:defRPr>
            </a:pPr>
            <a:r>
              <a:rPr sz="1275" b="1">
                <a:solidFill>
                  <a:srgbClr val="214CB7"/>
                </a:solidFill>
                <a:latin typeface="Nimbus Sans"/>
                <a:ea typeface="Nimbus Sans"/>
                <a:cs typeface="Nimbus Sans"/>
              </a:rPr>
              <a:t>ENGLISH / 07 / 08</a:t>
            </a:r>
          </a:p>
        </p:txBody>
      </p:sp>
      <p:sp>
        <p:nvSpPr>
          <p:cNvPr id="4" name="source-0">
            <a:extLst xmlns:a="http://schemas.openxmlformats.org/drawingml/2006/main">
              <a:ext uri="{FF2B5EF4-FFF2-40B4-BE49-F238E27FC236}">
                <a16:creationId xmlns:a16="http://schemas.microsoft.com/office/drawing/2014/main" id="{D3756D4B-5A19-4367-BF61-220B8B9B5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156210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2025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Macaulay and Wood</a:t>
            </a:r>
          </a:p>
        </p:txBody>
      </p:sp>
      <p:sp>
        <p:nvSpPr>
          <p:cNvPr id="5" name="detail-0">
            <a:extLst xmlns:a="http://schemas.openxmlformats.org/drawingml/2006/main">
              <a:ext uri="{FF2B5EF4-FFF2-40B4-BE49-F238E27FC236}">
                <a16:creationId xmlns:a16="http://schemas.microsoft.com/office/drawing/2014/main" id="{7BD816D9-4B37-426C-BCAA-A29CEFF09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1562100"/>
            <a:ext cx="5572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14CB7"/>
                </a:solidFill>
                <a:latin typeface="Nimbus Sans"/>
                <a:ea typeface="Nimbus Sans"/>
                <a:cs typeface="Nimbus Sans"/>
              </a:defRPr>
            </a:pPr>
            <a:r>
              <a:rPr sz="1875" b="0">
                <a:solidFill>
                  <a:srgbClr val="214CB7"/>
                </a:solidFill>
                <a:latin typeface="Nimbus Sans"/>
                <a:ea typeface="Nimbus Sans"/>
                <a:cs typeface="Nimbus Sans"/>
              </a:rPr>
              <a:t>Documented policy</a:t>
            </a:r>
          </a:p>
        </p:txBody>
      </p:sp>
      <p:sp>
        <p:nvSpPr>
          <p:cNvPr id="6" name="source-rule-0">
            <a:extLst xmlns:a="http://schemas.openxmlformats.org/drawingml/2006/main">
              <a:ext uri="{FF2B5EF4-FFF2-40B4-BE49-F238E27FC236}">
                <a16:creationId xmlns:a16="http://schemas.microsoft.com/office/drawing/2014/main" id="{2325E96A-9166-4FC5-8A31-051F73CD1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05025"/>
            <a:ext cx="1019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4C4"/>
          </a:solidFill>
          <a:ln xmlns:a="http://schemas.openxmlformats.org/drawingml/2006/main" w="0">
            <a:noFill/>
          </a:ln>
        </p:spPr>
      </p:sp>
      <p:sp>
        <p:nvSpPr>
          <p:cNvPr id="7" name="source-1">
            <a:extLst xmlns:a="http://schemas.openxmlformats.org/drawingml/2006/main">
              <a:ext uri="{FF2B5EF4-FFF2-40B4-BE49-F238E27FC236}">
                <a16:creationId xmlns:a16="http://schemas.microsoft.com/office/drawing/2014/main" id="{C79AF193-1285-45BE-9A98-76F92C703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30505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2025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British Council, ICAO</a:t>
            </a:r>
          </a:p>
        </p:txBody>
      </p:sp>
      <p:sp>
        <p:nvSpPr>
          <p:cNvPr id="8" name="detail-1">
            <a:extLst xmlns:a="http://schemas.openxmlformats.org/drawingml/2006/main">
              <a:ext uri="{FF2B5EF4-FFF2-40B4-BE49-F238E27FC236}">
                <a16:creationId xmlns:a16="http://schemas.microsoft.com/office/drawing/2014/main" id="{75FFFEC6-5B0F-475D-BD5D-6C53FCB5E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305050"/>
            <a:ext cx="5572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14CB7"/>
                </a:solidFill>
                <a:latin typeface="Nimbus Sans"/>
                <a:ea typeface="Nimbus Sans"/>
                <a:cs typeface="Nimbus Sans"/>
              </a:defRPr>
            </a:pPr>
            <a:r>
              <a:rPr sz="1875" b="0">
                <a:solidFill>
                  <a:srgbClr val="214CB7"/>
                </a:solidFill>
                <a:latin typeface="Nimbus Sans"/>
                <a:ea typeface="Nimbus Sans"/>
                <a:cs typeface="Nimbus Sans"/>
              </a:rPr>
              <a:t>Public promotion</a:t>
            </a:r>
          </a:p>
        </p:txBody>
      </p:sp>
      <p:sp>
        <p:nvSpPr>
          <p:cNvPr id="9" name="source-rule-1">
            <a:extLst xmlns:a="http://schemas.openxmlformats.org/drawingml/2006/main">
              <a:ext uri="{FF2B5EF4-FFF2-40B4-BE49-F238E27FC236}">
                <a16:creationId xmlns:a16="http://schemas.microsoft.com/office/drawing/2014/main" id="{7640AC63-4148-4713-A0F6-CED016303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847975"/>
            <a:ext cx="1019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4C4"/>
          </a:solidFill>
          <a:ln xmlns:a="http://schemas.openxmlformats.org/drawingml/2006/main" w="0">
            <a:noFill/>
          </a:ln>
        </p:spPr>
      </p:sp>
      <p:sp>
        <p:nvSpPr>
          <p:cNvPr id="10" name="source-2">
            <a:extLst xmlns:a="http://schemas.openxmlformats.org/drawingml/2006/main">
              <a:ext uri="{FF2B5EF4-FFF2-40B4-BE49-F238E27FC236}">
                <a16:creationId xmlns:a16="http://schemas.microsoft.com/office/drawing/2014/main" id="{E159F55A-B386-4158-A204-AADC51C84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04800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2025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Crystal and Ricento</a:t>
            </a:r>
          </a:p>
        </p:txBody>
      </p:sp>
      <p:sp>
        <p:nvSpPr>
          <p:cNvPr id="11" name="detail-2">
            <a:extLst xmlns:a="http://schemas.openxmlformats.org/drawingml/2006/main">
              <a:ext uri="{FF2B5EF4-FFF2-40B4-BE49-F238E27FC236}">
                <a16:creationId xmlns:a16="http://schemas.microsoft.com/office/drawing/2014/main" id="{DFBCF771-453E-4B1D-9AC8-0454F0B3B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048000"/>
            <a:ext cx="5572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214CB7"/>
                </a:solidFill>
                <a:latin typeface="Nimbus Sans"/>
                <a:ea typeface="Nimbus Sans"/>
                <a:cs typeface="Nimbus Sans"/>
              </a:defRPr>
            </a:pPr>
            <a:r>
              <a:rPr sz="1875" b="0">
                <a:solidFill>
                  <a:srgbClr val="214CB7"/>
                </a:solidFill>
                <a:latin typeface="Nimbus Sans"/>
                <a:ea typeface="Nimbus Sans"/>
                <a:cs typeface="Nimbus Sans"/>
              </a:rPr>
              <a:t>Power explanations</a:t>
            </a:r>
          </a:p>
        </p:txBody>
      </p:sp>
      <p:sp>
        <p:nvSpPr>
          <p:cNvPr id="12" name="source-rule-2">
            <a:extLst xmlns:a="http://schemas.openxmlformats.org/drawingml/2006/main">
              <a:ext uri="{FF2B5EF4-FFF2-40B4-BE49-F238E27FC236}">
                <a16:creationId xmlns:a16="http://schemas.microsoft.com/office/drawing/2014/main" id="{90E1F350-133F-4293-A5EF-0A35FFD3E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590925"/>
            <a:ext cx="1019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4C4"/>
          </a:solidFill>
          <a:ln xmlns:a="http://schemas.openxmlformats.org/drawingml/2006/main" w="0">
            <a:noFill/>
          </a:ln>
        </p:spPr>
      </p:sp>
      <p:sp>
        <p:nvSpPr>
          <p:cNvPr id="13" name="source-3">
            <a:extLst xmlns:a="http://schemas.openxmlformats.org/drawingml/2006/main">
              <a:ext uri="{FF2B5EF4-FFF2-40B4-BE49-F238E27FC236}">
                <a16:creationId xmlns:a16="http://schemas.microsoft.com/office/drawing/2014/main" id="{9AA704CA-39C1-4E59-A0C5-3BF3C51C5F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3790950"/>
            <a:ext cx="4286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>
                <a:solidFill>
                  <a:srgbClr val="132331"/>
                </a:solidFill>
                <a:latin typeface="Nimbus Sans"/>
                <a:ea typeface="Nimbus Sans"/>
                <a:cs typeface="Nimbus Sans"/>
              </a:defRPr>
            </a:pPr>
            <a:r>
              <a:rPr sz="2025" b="1">
                <a:solidFill>
                  <a:srgbClr val="132331"/>
                </a:solidFill>
                <a:latin typeface="Nimbus Sans"/>
                <a:ea typeface="Nimbus Sans"/>
                <a:cs typeface="Nimbus Sans"/>
              </a:rPr>
              <a:t>UNESCO, UN, EU</a:t>
            </a:r>
          </a:p>
        </p:txBody>
      </p:sp>
      <p:sp>
        <p:nvSpPr>
          <p:cNvPr id="14" name="detail-3">
            <a:extLst xmlns:a="http://schemas.openxmlformats.org/drawingml/2006/main">
              <a:ext uri="{FF2B5EF4-FFF2-40B4-BE49-F238E27FC236}">
                <a16:creationId xmlns:a16="http://schemas.microsoft.com/office/drawing/2014/main" id="{0FCCE091-9572-4216-AF9B-9E3DC1339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790950"/>
            <a:ext cx="5572125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A1482C"/>
                </a:solidFill>
                <a:latin typeface="Nimbus Sans"/>
                <a:ea typeface="Nimbus Sans"/>
                <a:cs typeface="Nimbus Sans"/>
              </a:defRPr>
            </a:pPr>
            <a:r>
              <a:rPr sz="1875" b="0">
                <a:solidFill>
                  <a:srgbClr val="A1482C"/>
                </a:solidFill>
                <a:latin typeface="Nimbus Sans"/>
                <a:ea typeface="Nimbus Sans"/>
                <a:cs typeface="Nimbus Sans"/>
              </a:rPr>
              <a:t>Claim testing</a:t>
            </a:r>
          </a:p>
        </p:txBody>
      </p:sp>
      <p:sp>
        <p:nvSpPr>
          <p:cNvPr id="15" name="source-rule-3">
            <a:extLst xmlns:a="http://schemas.openxmlformats.org/drawingml/2006/main">
              <a:ext uri="{FF2B5EF4-FFF2-40B4-BE49-F238E27FC236}">
                <a16:creationId xmlns:a16="http://schemas.microsoft.com/office/drawing/2014/main" id="{362CC7EC-2E26-4BD3-8D81-2069D78819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4333875"/>
            <a:ext cx="1019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4C4"/>
          </a:solidFill>
          <a:ln xmlns:a="http://schemas.openxmlformats.org/drawingml/2006/main" w="0">
            <a:noFill/>
          </a:ln>
        </p:spPr>
      </p:sp>
      <p:sp>
        <p:nvSpPr>
          <p:cNvPr id="16" name="labels">
            <a:extLst xmlns:a="http://schemas.openxmlformats.org/drawingml/2006/main">
              <a:ext uri="{FF2B5EF4-FFF2-40B4-BE49-F238E27FC236}">
                <a16:creationId xmlns:a16="http://schemas.microsoft.com/office/drawing/2014/main" id="{3F3FEB9B-C1E5-4BCA-AA90-272095BD2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" y="4772025"/>
            <a:ext cx="10239375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EE5D7"/>
          </a:solidFill>
          <a:ln xmlns:a="http://schemas.openxmlformats.org/drawingml/2006/main" w="0">
            <a:noFill/>
          </a:ln>
        </p:spPr>
      </p:sp>
      <p:sp>
        <p:nvSpPr>
          <p:cNvPr id="17" name="supported">
            <a:extLst xmlns:a="http://schemas.openxmlformats.org/drawingml/2006/main">
              <a:ext uri="{FF2B5EF4-FFF2-40B4-BE49-F238E27FC236}">
                <a16:creationId xmlns:a16="http://schemas.microsoft.com/office/drawing/2014/main" id="{9F652B4F-BDE3-4345-8D2E-DF2B6560F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72025"/>
            <a:ext cx="2571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4D6657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6657"/>
                </a:solidFill>
                <a:latin typeface="Nimbus Sans"/>
                <a:ea typeface="Nimbus Sans"/>
                <a:cs typeface="Nimbus Sans"/>
              </a:rPr>
              <a:t>SUPPORTED</a:t>
            </a:r>
          </a:p>
        </p:txBody>
      </p:sp>
      <p:sp>
        <p:nvSpPr>
          <p:cNvPr id="18" name="overstated">
            <a:extLst xmlns:a="http://schemas.openxmlformats.org/drawingml/2006/main">
              <a:ext uri="{FF2B5EF4-FFF2-40B4-BE49-F238E27FC236}">
                <a16:creationId xmlns:a16="http://schemas.microsoft.com/office/drawing/2014/main" id="{5B610601-F066-4275-87EB-D2010C923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772025"/>
            <a:ext cx="2571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D1A04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D1A04B"/>
                </a:solidFill>
                <a:latin typeface="Nimbus Sans"/>
                <a:ea typeface="Nimbus Sans"/>
                <a:cs typeface="Nimbus Sans"/>
              </a:rPr>
              <a:t>OVERSTATED</a:t>
            </a:r>
          </a:p>
        </p:txBody>
      </p:sp>
      <p:sp>
        <p:nvSpPr>
          <p:cNvPr id="19" name="unproven">
            <a:extLst xmlns:a="http://schemas.openxmlformats.org/drawingml/2006/main">
              <a:ext uri="{FF2B5EF4-FFF2-40B4-BE49-F238E27FC236}">
                <a16:creationId xmlns:a16="http://schemas.microsoft.com/office/drawing/2014/main" id="{3EA07995-7A4F-4789-A71D-82E89A5DA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5175" y="4772025"/>
            <a:ext cx="2571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A1482C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A1482C"/>
                </a:solidFill>
                <a:latin typeface="Nimbus Sans"/>
                <a:ea typeface="Nimbus Sans"/>
                <a:cs typeface="Nimbus Sans"/>
              </a:rPr>
              <a:t>UNPROVEN</a:t>
            </a:r>
          </a:p>
        </p:txBody>
      </p:sp>
      <p:sp>
        <p:nvSpPr>
          <p:cNvPr id="20" name="next">
            <a:extLst xmlns:a="http://schemas.openxmlformats.org/drawingml/2006/main">
              <a:ext uri="{FF2B5EF4-FFF2-40B4-BE49-F238E27FC236}">
                <a16:creationId xmlns:a16="http://schemas.microsoft.com/office/drawing/2014/main" id="{14BB4A5B-6913-4A2C-86B7-B7D394F38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5810250"/>
            <a:ext cx="1019175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14CB7"/>
                </a:solidFill>
                <a:latin typeface="Nimbus Sans"/>
                <a:ea typeface="Nimbus Sans"/>
                <a:cs typeface="Nimbus Sans"/>
              </a:defRPr>
            </a:pPr>
            <a:r>
              <a:rPr sz="1725" b="1">
                <a:solidFill>
                  <a:srgbClr val="214CB7"/>
                </a:solidFill>
                <a:latin typeface="Nimbus Sans"/>
                <a:ea typeface="Nimbus Sans"/>
                <a:cs typeface="Nimbus Sans"/>
              </a:rPr>
              <a:t>NEXT: Orwell and political language</a:t>
            </a:r>
          </a:p>
        </p:txBody>
      </p:sp>
    </p:spTree>
    <p:extLst>
      <p:ext uri="{BB962C8B-B14F-4D97-AF65-F5344CB8AC3E}">
        <p14:creationId xmlns:p14="http://schemas.microsoft.com/office/powerpoint/2010/main" val="40103476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2026-09-24T23:28:48.8440000Z</dcterms:created>
  <dcterms:modified xsi:type="dcterms:W3CDTF">2026-09-24T23:28:48.8440000Z</dcterms:modified>
</coreProperties>
</file>