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9612513ec047b4" /><Relationship Type="http://schemas.openxmlformats.org/officeDocument/2006/relationships/extended-properties" Target="/docProps/app.xml" Id="R4d758a6b69ea49fd" /><Relationship Type="http://schemas.openxmlformats.org/officeDocument/2006/relationships/officeDocument" Target="/ppt/presentation.xml" Id="R0fa93e6d272e48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cc008ad68d4029"/>
  </p:sldMasterIdLst>
  <p:notesMasterIdLst>
    <p:notesMasterId xmlns:r="http://schemas.openxmlformats.org/officeDocument/2006/relationships" r:id="Rfe6cce3c68bc4a5c"/>
  </p:notesMasterIdLst>
  <p:sldIdLst>
    <p:sldId xmlns:r="http://schemas.openxmlformats.org/officeDocument/2006/relationships" id="256" r:id="Re485dc8e893c4156"/>
    <p:sldId xmlns:r="http://schemas.openxmlformats.org/officeDocument/2006/relationships" id="257" r:id="Rcc709607625a4021"/>
    <p:sldId xmlns:r="http://schemas.openxmlformats.org/officeDocument/2006/relationships" id="258" r:id="R37e0e5e8be924ab2"/>
    <p:sldId xmlns:r="http://schemas.openxmlformats.org/officeDocument/2006/relationships" id="259" r:id="R7c41a16cc3a84ffe"/>
    <p:sldId xmlns:r="http://schemas.openxmlformats.org/officeDocument/2006/relationships" id="260" r:id="R681a4c5d760f4c36"/>
    <p:sldId xmlns:r="http://schemas.openxmlformats.org/officeDocument/2006/relationships" id="261" r:id="R22077ba2946c42c6"/>
    <p:sldId xmlns:r="http://schemas.openxmlformats.org/officeDocument/2006/relationships" id="262" r:id="R8826313df95f4479"/>
    <p:sldId xmlns:r="http://schemas.openxmlformats.org/officeDocument/2006/relationships" id="263" r:id="R0f6bcddf5de24d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b65aa5a8b84ff6" /><Relationship Type="http://schemas.openxmlformats.org/officeDocument/2006/relationships/slideMaster" Target="/ppt/slideMasters/slideMaster1.xml" Id="Rbbcc008ad68d4029" /><Relationship Type="http://schemas.openxmlformats.org/officeDocument/2006/relationships/notesMaster" Target="/ppt/notesMasters/notesMaster1.xml" Id="Rfe6cce3c68bc4a5c" /><Relationship Type="http://schemas.openxmlformats.org/officeDocument/2006/relationships/presProps" Target="/ppt/presProps.xml" Id="Re32b9f60c65f4535" /><Relationship Type="http://schemas.openxmlformats.org/officeDocument/2006/relationships/tableStyles" Target="/ppt/tableStyles.xml" Id="Rf7f4a59ebc624e3f" /><Relationship Type="http://schemas.openxmlformats.org/officeDocument/2006/relationships/slide" Target="/ppt/slides/slide1.xml" Id="Re485dc8e893c4156" /><Relationship Type="http://schemas.openxmlformats.org/officeDocument/2006/relationships/slide" Target="/ppt/slides/slide2.xml" Id="Rcc709607625a4021" /><Relationship Type="http://schemas.openxmlformats.org/officeDocument/2006/relationships/slide" Target="/ppt/slides/slide3.xml" Id="R37e0e5e8be924ab2" /><Relationship Type="http://schemas.openxmlformats.org/officeDocument/2006/relationships/slide" Target="/ppt/slides/slide4.xml" Id="R7c41a16cc3a84ffe" /><Relationship Type="http://schemas.openxmlformats.org/officeDocument/2006/relationships/slide" Target="/ppt/slides/slide5.xml" Id="R681a4c5d760f4c36" /><Relationship Type="http://schemas.openxmlformats.org/officeDocument/2006/relationships/slide" Target="/ppt/slides/slide6.xml" Id="R22077ba2946c42c6" /><Relationship Type="http://schemas.openxmlformats.org/officeDocument/2006/relationships/slide" Target="/ppt/slides/slide7.xml" Id="R8826313df95f4479" /><Relationship Type="http://schemas.openxmlformats.org/officeDocument/2006/relationships/slide" Target="/ppt/slides/slide8.xml" Id="R0f6bcddf5de24d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704931855648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0bb48bfd5d4ac6" /><Relationship Type="http://schemas.openxmlformats.org/officeDocument/2006/relationships/notesMaster" Target="/ppt/notesMasters/notesMaster1.xml" Id="R1302e759a2214c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71701efed446e" /><Relationship Type="http://schemas.openxmlformats.org/officeDocument/2006/relationships/notesMaster" Target="/ppt/notesMasters/notesMaster1.xml" Id="Rd18332e1818b4b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20f09581744838" /><Relationship Type="http://schemas.openxmlformats.org/officeDocument/2006/relationships/notesMaster" Target="/ppt/notesMasters/notesMaster1.xml" Id="Rf05b87d8f3ed49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189d2690b94a5e" /><Relationship Type="http://schemas.openxmlformats.org/officeDocument/2006/relationships/notesMaster" Target="/ppt/notesMasters/notesMaster1.xml" Id="Ra1ca07d8648046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db154514404a55" /><Relationship Type="http://schemas.openxmlformats.org/officeDocument/2006/relationships/notesMaster" Target="/ppt/notesMasters/notesMaster1.xml" Id="R52d8dcf893414e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f812ee81e449fd" /><Relationship Type="http://schemas.openxmlformats.org/officeDocument/2006/relationships/notesMaster" Target="/ppt/notesMasters/notesMaster1.xml" Id="R06c03b6e2e4e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3f61ced04d460d" /><Relationship Type="http://schemas.openxmlformats.org/officeDocument/2006/relationships/notesMaster" Target="/ppt/notesMasters/notesMaster1.xml" Id="Rec79dad2896d4f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702445a6534b64" /><Relationship Type="http://schemas.openxmlformats.org/officeDocument/2006/relationships/notesMaster" Target="/ppt/notesMasters/notesMaster1.xml" Id="R188ebbda236047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Routes have different rules.</a:t>
            </a:r>
          </a:p>
          <a:p xmlns:a="http://schemas.openxmlformats.org/drawingml/2006/main">
            <a:r>
              <a:t>Inference: Portfolios widen recognition.</a:t>
            </a:r>
          </a:p>
          <a:p xmlns:a="http://schemas.openxmlformats.org/drawingml/2006/main">
            <a:r>
              <a:t>Unproven: Prestige proves competence.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https://www.ac-reunion.fr/recrutement-des-enseignants-du-2nd-degre-non-titulaires-122384</a:t>
            </a:r>
          </a:p>
          <a:p xmlns:a="http://schemas.openxmlformats.org/drawingml/2006/main">
            <a:r>
              <a:t>https://entreprendre.service-public.gouv.fr/vosdroits/F19087?lang=en</a:t>
            </a:r>
          </a:p>
          <a:p xmlns:a="http://schemas.openxmlformats.org/drawingml/2006/main">
            <a:r>
              <a:t>https://info.orcid.org/researchers/</a:t>
            </a:r>
          </a:p>
          <a:p xmlns:a="http://schemas.openxmlformats.org/drawingml/2006/main">
            <a:r>
              <a:t>https://help.zenodo.org/docs/deposit/describe-records/reserve-doi/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Hiring rules vary.</a:t>
            </a:r>
          </a:p>
          <a:p xmlns:a="http://schemas.openxmlformats.org/drawingml/2006/main">
            <a:r>
              <a:t>Evidence: Service rules vary.</a:t>
            </a:r>
          </a:p>
          <a:p xmlns:a="http://schemas.openxmlformats.org/drawingml/2006/main">
            <a:r>
              <a:t>Inference: Route labels matter.</a:t>
            </a:r>
          </a:p>
          <a:p xmlns:a="http://schemas.openxmlformats.org/drawingml/2006/main">
            <a:r>
              <a:t>Unproven: One route fits everyone.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https://www.ac-reunion.fr/recrutement-des-enseignants-du-2nd-degre-non-titulaires-122384</a:t>
            </a:r>
          </a:p>
          <a:p xmlns:a="http://schemas.openxmlformats.org/drawingml/2006/main">
            <a:r>
              <a:t>https://entreprendre.service-public.gouv.fr/vosdroits/F19087?lang=en</a:t>
            </a:r>
          </a:p>
          <a:p xmlns:a="http://schemas.openxmlformats.org/drawingml/2006/main">
            <a:r>
              <a:t>https://www.france-education-international.fr/expertises/enic-naric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Records can stay findable.</a:t>
            </a:r>
          </a:p>
          <a:p xmlns:a="http://schemas.openxmlformats.org/drawingml/2006/main">
            <a:r>
              <a:t>Inference: Samples reveal practice.</a:t>
            </a:r>
          </a:p>
          <a:p xmlns:a="http://schemas.openxmlformats.org/drawingml/2006/main">
            <a:r>
              <a:t>Inference: Revisions reveal judgment.</a:t>
            </a:r>
          </a:p>
          <a:p xmlns:a="http://schemas.openxmlformats.org/drawingml/2006/main">
            <a:r>
              <a:t>Unproven: Portfolios prove everything.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https://info.orcid.org/researchers/</a:t>
            </a:r>
          </a:p>
          <a:p xmlns:a="http://schemas.openxmlformats.org/drawingml/2006/main">
            <a:r>
              <a:t>https://help.zenodo.org/docs/deposit/describe-records/reserve-doi/</a:t>
            </a:r>
          </a:p>
          <a:p xmlns:a="http://schemas.openxmlformats.org/drawingml/2006/main">
            <a:r>
              <a:t>https://www.doi.org/the-identifier/what-is-a-doi/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Review needs ethics.</a:t>
            </a:r>
          </a:p>
          <a:p xmlns:a="http://schemas.openxmlformats.org/drawingml/2006/main">
            <a:r>
              <a:t>Evidence: Conflicts need disclosure.</a:t>
            </a:r>
          </a:p>
          <a:p xmlns:a="http://schemas.openxmlformats.org/drawingml/2006/main">
            <a:r>
              <a:t>Inference: Multiple views reduce bias.</a:t>
            </a:r>
          </a:p>
          <a:p xmlns:a="http://schemas.openxmlformats.org/drawingml/2006/main">
            <a:r>
              <a:t>Unproven: Review removes every bias.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https://publicationethics.org/guidance/guideline/ethical-guidelines-peer-reviewers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ORCID identifies people.</a:t>
            </a:r>
          </a:p>
          <a:p xmlns:a="http://schemas.openxmlformats.org/drawingml/2006/main">
            <a:r>
              <a:t>Evidence: DOI identifies records.</a:t>
            </a:r>
          </a:p>
          <a:p xmlns:a="http://schemas.openxmlformats.org/drawingml/2006/main">
            <a:r>
              <a:t>Evidence: Review evaluates claims.</a:t>
            </a:r>
          </a:p>
          <a:p xmlns:a="http://schemas.openxmlformats.org/drawingml/2006/main">
            <a:r>
              <a:t>Inference: Combined records build trust.</a:t>
            </a:r>
          </a:p>
          <a:p xmlns:a="http://schemas.openxmlformats.org/drawingml/2006/main">
            <a:r>
              <a:t>Unproven: Identifiers prove quality.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https://info.orcid.org/researchers/</a:t>
            </a:r>
          </a:p>
          <a:p xmlns:a="http://schemas.openxmlformats.org/drawingml/2006/main">
            <a:r>
              <a:t>https://help.zenodo.org/docs/deposit/describe-records/reserve-doi/</a:t>
            </a:r>
          </a:p>
          <a:p xmlns:a="http://schemas.openxmlformats.org/drawingml/2006/main">
            <a:r>
              <a:t>https://www.doi.org/the-identifier/what-is-a-doi/</a:t>
            </a:r>
          </a:p>
          <a:p xmlns:a="http://schemas.openxmlformats.org/drawingml/2006/main">
            <a:r>
              <a:t>https://publicationethics.org/guidance/guideline/ethical-guidelines-peer-reviewers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Leisure lessons differ.</a:t>
            </a:r>
          </a:p>
          <a:p xmlns:a="http://schemas.openxmlformats.org/drawingml/2006/main">
            <a:r>
              <a:t>Evidence: Training may need declaration.</a:t>
            </a:r>
          </a:p>
          <a:p xmlns:a="http://schemas.openxmlformats.org/drawingml/2006/main">
            <a:r>
              <a:t>Evidence: Registration means no approval.</a:t>
            </a:r>
          </a:p>
          <a:p xmlns:a="http://schemas.openxmlformats.org/drawingml/2006/main">
            <a:r>
              <a:t>Evidence: Diploma comparison exists.</a:t>
            </a:r>
          </a:p>
          <a:p xmlns:a="http://schemas.openxmlformats.org/drawingml/2006/main">
            <a:r>
              <a:t>Inference: Exact activity controls duties.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https://entreprendre.service-public.gouv.fr/vosdroits/F19087?lang=en</a:t>
            </a:r>
          </a:p>
          <a:p xmlns:a="http://schemas.openxmlformats.org/drawingml/2006/main">
            <a:r>
              <a:t>https://www.france-education-international.fr/expertises/enic-naric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Réunion publishes requirements.</a:t>
            </a:r>
          </a:p>
          <a:p xmlns:a="http://schemas.openxmlformats.org/drawingml/2006/main">
            <a:r>
              <a:t>Evidence: Diploma levels are listed.</a:t>
            </a:r>
          </a:p>
          <a:p xmlns:a="http://schemas.openxmlformats.org/drawingml/2006/main">
            <a:r>
              <a:t>Evidence: Inspectors review applications.</a:t>
            </a:r>
          </a:p>
          <a:p xmlns:a="http://schemas.openxmlformats.org/drawingml/2006/main">
            <a:r>
              <a:t>Inference: Portfolios strengthen applications.</a:t>
            </a:r>
          </a:p>
          <a:p xmlns:a="http://schemas.openxmlformats.org/drawingml/2006/main">
            <a:r>
              <a:t>Unproven: Portfolios replace requirements.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https://www.ac-reunion.fr/recrutement-des-enseignants-du-2nd-degre-non-titulaires-122384</a:t>
            </a:r>
          </a:p>
          <a:p xmlns:a="http://schemas.openxmlformats.org/drawingml/2006/main">
            <a:r>
              <a:t>https://www.ac-reunion.fr/l-academie-recrute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Work can stay visible.</a:t>
            </a:r>
          </a:p>
          <a:p xmlns:a="http://schemas.openxmlformats.org/drawingml/2006/main">
            <a:r>
              <a:t>Inference: Review builds trust.</a:t>
            </a:r>
          </a:p>
          <a:p xmlns:a="http://schemas.openxmlformats.org/drawingml/2006/main">
            <a:r>
              <a:t>Unproven: Prestige proves ability.</a:t>
            </a:r>
          </a:p>
          <a:p xmlns:a="http://schemas.openxmlformats.org/drawingml/2006/main">
            <a:r>
              <a:t>Action: Describe roles accurately.</a:t>
            </a:r>
          </a:p>
          <a:p xmlns:a="http://schemas.openxmlformats.org/drawingml/2006/main">
            <a:r>
              <a:t>Action: Never claim CELTA certification.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https://www.ac-reunion.fr/recrutement-des-enseignants-du-2nd-degre-non-titulaires-122384</a:t>
            </a:r>
          </a:p>
          <a:p xmlns:a="http://schemas.openxmlformats.org/drawingml/2006/main">
            <a:r>
              <a:t>https://entreprendre.service-public.gouv.fr/vosdroits/F19087?lang=en</a:t>
            </a:r>
          </a:p>
          <a:p xmlns:a="http://schemas.openxmlformats.org/drawingml/2006/main">
            <a:r>
              <a:t>https://info.orcid.org/researchers/</a:t>
            </a:r>
          </a:p>
          <a:p xmlns:a="http://schemas.openxmlformats.org/drawingml/2006/main">
            <a:r>
              <a:t>https://help.zenodo.org/docs/deposit/describe-records/reserve-doi/</a:t>
            </a:r>
          </a:p>
          <a:p xmlns:a="http://schemas.openxmlformats.org/drawingml/2006/main">
            <a:r>
              <a:t>https://publicationethics.org/guidance/guideline/ethical-guidelines-peer-reviewers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212b9749242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13bad9c41c43e2" /><Relationship Type="http://schemas.openxmlformats.org/officeDocument/2006/relationships/slideLayout" Target="/ppt/slideLayouts/slideLayout1.xml" Id="Rd3eb00fb6a0946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eb00fb6a09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292ff61b24c55" /><Relationship Type="http://schemas.openxmlformats.org/officeDocument/2006/relationships/image" Target="/ppt/media/image.png" Id="R2f33c6bd86de413b" /><Relationship Type="http://schemas.openxmlformats.org/officeDocument/2006/relationships/notesSlide" Target="/ppt/notesSlides/notesSlide1.xml" Id="Rf71fb150877a4d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530c916e744e9" /><Relationship Type="http://schemas.openxmlformats.org/officeDocument/2006/relationships/notesSlide" Target="/ppt/notesSlides/notesSlide2.xml" Id="R0e6c44d0d4424b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b4424ae3a45a8" /><Relationship Type="http://schemas.openxmlformats.org/officeDocument/2006/relationships/notesSlide" Target="/ppt/notesSlides/notesSlide3.xml" Id="R9abfe57c747245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9d9d8397e43ab" /><Relationship Type="http://schemas.openxmlformats.org/officeDocument/2006/relationships/notesSlide" Target="/ppt/notesSlides/notesSlide4.xml" Id="R55386b3d4acb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822bf8763431c" /><Relationship Type="http://schemas.openxmlformats.org/officeDocument/2006/relationships/notesSlide" Target="/ppt/notesSlides/notesSlide5.xml" Id="Rd5ca7660e3724e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2634ca11b4a99" /><Relationship Type="http://schemas.openxmlformats.org/officeDocument/2006/relationships/notesSlide" Target="/ppt/notesSlides/notesSlide6.xml" Id="R6dd7dc6803ad4a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bbbce05384aee" /><Relationship Type="http://schemas.openxmlformats.org/officeDocument/2006/relationships/notesSlide" Target="/ppt/notesSlides/notesSlide7.xml" Id="Rc1dbbdc32d2047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455fdda264b46" /><Relationship Type="http://schemas.openxmlformats.org/officeDocument/2006/relationships/notesSlide" Target="/ppt/notesSlides/notesSlide8.xml" Id="R419c44c25cbe44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3c6bd86de413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F1986DF-AEC1-444A-825C-EB342E9D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ENGLISH, POWER, ACCESS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810406-124E-44CB-853F-8494484C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Recognition</a:t>
            </a:r>
          </a:p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Without</a:t>
            </a:r>
          </a:p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Prestige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42D1329-0AB3-46FD-83E6-EA31D16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PROVE WORK. NAME LIMITS.</a:t>
            </a:r>
          </a:p>
        </p:txBody>
      </p:sp>
      <p:sp>
        <p:nvSpPr>
          <p:cNvPr id="5" name="tag">
            <a:extLst xmlns:a="http://schemas.openxmlformats.org/drawingml/2006/main">
              <a:ext uri="{FF2B5EF4-FFF2-40B4-BE49-F238E27FC236}">
                <a16:creationId xmlns:a16="http://schemas.microsoft.com/office/drawing/2014/main" id="{927F72AF-589D-4466-AA35-3C91E0FB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331"/>
          </a:solidFill>
          <a:ln xmlns:a="http://schemas.openxmlformats.org/drawingml/2006/main" w="0">
            <a:noFill/>
          </a:ln>
        </p:spPr>
      </p:sp>
      <p:sp>
        <p:nvSpPr>
          <p:cNvPr id="6" name="series">
            <a:extLst xmlns:a="http://schemas.openxmlformats.org/drawingml/2006/main">
              <a:ext uri="{FF2B5EF4-FFF2-40B4-BE49-F238E27FC236}">
                <a16:creationId xmlns:a16="http://schemas.microsoft.com/office/drawing/2014/main" id="{B6BA7251-451D-4FE5-9AC4-7EAF59A8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812377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177B0BEE-EFA5-4B7E-B5BA-1144C718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Three routes, different rules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277423D-C9EB-4A24-8178-525EAF49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A049FB11-DE98-4111-9794-6210D02C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12 / 02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EB298BE1-B976-4A14-8588-5D0041EF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0670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24F4D686-52AA-49A7-BA86-985D851F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3E316680-5170-4132-9DED-17C58BA8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33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E997AE42-F53F-44B5-A9A0-A0BA34B2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PUBLIC SCHOOLS</a:t>
            </a:r>
          </a:p>
        </p:txBody>
      </p:sp>
      <p:sp>
        <p:nvSpPr>
          <p:cNvPr id="8" name="rule-0">
            <a:extLst xmlns:a="http://schemas.openxmlformats.org/drawingml/2006/main">
              <a:ext uri="{FF2B5EF4-FFF2-40B4-BE49-F238E27FC236}">
                <a16:creationId xmlns:a16="http://schemas.microsoft.com/office/drawing/2014/main" id="{0BF0DE5A-C75F-4B5A-B8DD-DC29455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956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9" name="v-0">
            <a:extLst xmlns:a="http://schemas.openxmlformats.org/drawingml/2006/main">
              <a:ext uri="{FF2B5EF4-FFF2-40B4-BE49-F238E27FC236}">
                <a16:creationId xmlns:a16="http://schemas.microsoft.com/office/drawing/2014/main" id="{58592F39-2874-4766-AD50-1604772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857625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Credentials may be required.</a:t>
            </a:r>
          </a:p>
        </p:txBody>
      </p:sp>
      <p:sp>
        <p:nvSpPr>
          <p:cNvPr id="10" name="card-1">
            <a:extLst xmlns:a="http://schemas.openxmlformats.org/drawingml/2006/main">
              <a:ext uri="{FF2B5EF4-FFF2-40B4-BE49-F238E27FC236}">
                <a16:creationId xmlns:a16="http://schemas.microsoft.com/office/drawing/2014/main" id="{46FC7840-371B-4BF8-8002-573E641E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62125"/>
            <a:ext cx="30670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band-1">
            <a:extLst xmlns:a="http://schemas.openxmlformats.org/drawingml/2006/main">
              <a:ext uri="{FF2B5EF4-FFF2-40B4-BE49-F238E27FC236}">
                <a16:creationId xmlns:a16="http://schemas.microsoft.com/office/drawing/2014/main" id="{CD8CC8FB-5BEE-4CC8-8473-1FD89F9F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62125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2" name="num-1">
            <a:extLst xmlns:a="http://schemas.openxmlformats.org/drawingml/2006/main">
              <a:ext uri="{FF2B5EF4-FFF2-40B4-BE49-F238E27FC236}">
                <a16:creationId xmlns:a16="http://schemas.microsoft.com/office/drawing/2014/main" id="{2EF623C9-26A6-4CFA-B343-6C54F1EA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33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3" name="k-1">
            <a:extLst xmlns:a="http://schemas.openxmlformats.org/drawingml/2006/main">
              <a:ext uri="{FF2B5EF4-FFF2-40B4-BE49-F238E27FC236}">
                <a16:creationId xmlns:a16="http://schemas.microsoft.com/office/drawing/2014/main" id="{0AAF1870-9EB3-4322-AFB3-E73EC44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PRIVATE TEACHING</a:t>
            </a:r>
          </a:p>
        </p:txBody>
      </p:sp>
      <p:sp>
        <p:nvSpPr>
          <p:cNvPr id="14" name="rule-1">
            <a:extLst xmlns:a="http://schemas.openxmlformats.org/drawingml/2006/main">
              <a:ext uri="{FF2B5EF4-FFF2-40B4-BE49-F238E27FC236}">
                <a16:creationId xmlns:a16="http://schemas.microsoft.com/office/drawing/2014/main" id="{0BE3852E-22EF-4F30-8280-D5B81A7D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4956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5" name="v-1">
            <a:extLst xmlns:a="http://schemas.openxmlformats.org/drawingml/2006/main">
              <a:ext uri="{FF2B5EF4-FFF2-40B4-BE49-F238E27FC236}">
                <a16:creationId xmlns:a16="http://schemas.microsoft.com/office/drawing/2014/main" id="{AA0BD1A0-40AA-400A-84B8-03C37DDE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57625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Service rules depend.</a:t>
            </a:r>
          </a:p>
        </p:txBody>
      </p:sp>
      <p:sp>
        <p:nvSpPr>
          <p:cNvPr id="16" name="card-2">
            <a:extLst xmlns:a="http://schemas.openxmlformats.org/drawingml/2006/main">
              <a:ext uri="{FF2B5EF4-FFF2-40B4-BE49-F238E27FC236}">
                <a16:creationId xmlns:a16="http://schemas.microsoft.com/office/drawing/2014/main" id="{370E8DA4-1055-48AA-B26E-7C2251A0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0670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band-2">
            <a:extLst xmlns:a="http://schemas.openxmlformats.org/drawingml/2006/main">
              <a:ext uri="{FF2B5EF4-FFF2-40B4-BE49-F238E27FC236}">
                <a16:creationId xmlns:a16="http://schemas.microsoft.com/office/drawing/2014/main" id="{B889E765-11B3-41E9-8414-DE306706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72F75ABA-3647-4DA5-ACC4-98D8B6F6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145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33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9" name="k-2">
            <a:extLst xmlns:a="http://schemas.openxmlformats.org/drawingml/2006/main">
              <a:ext uri="{FF2B5EF4-FFF2-40B4-BE49-F238E27FC236}">
                <a16:creationId xmlns:a16="http://schemas.microsoft.com/office/drawing/2014/main" id="{2D9F1B19-D9BD-4B2F-9E4B-9A69B2E1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OPEN SCHOLARSHIP</a:t>
            </a:r>
          </a:p>
        </p:txBody>
      </p:sp>
      <p:sp>
        <p:nvSpPr>
          <p:cNvPr id="20" name="rule-2">
            <a:extLst xmlns:a="http://schemas.openxmlformats.org/drawingml/2006/main">
              <a:ext uri="{FF2B5EF4-FFF2-40B4-BE49-F238E27FC236}">
                <a16:creationId xmlns:a16="http://schemas.microsoft.com/office/drawing/2014/main" id="{AD04BA13-1521-43E3-BE9E-B9225A1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956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21" name="v-2">
            <a:extLst xmlns:a="http://schemas.openxmlformats.org/drawingml/2006/main">
              <a:ext uri="{FF2B5EF4-FFF2-40B4-BE49-F238E27FC236}">
                <a16:creationId xmlns:a16="http://schemas.microsoft.com/office/drawing/2014/main" id="{CFFE65A6-AECC-46A4-8BE2-E12F4EF6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57625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Evidence can travel.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02154005-B7CE-4A67-B006-F7431116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054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One label fits nothing.</a:t>
            </a:r>
          </a:p>
        </p:txBody>
      </p:sp>
    </p:spTree>
    <p:extLst>
      <p:ext uri="{BB962C8B-B14F-4D97-AF65-F5344CB8AC3E}">
        <p14:creationId xmlns:p14="http://schemas.microsoft.com/office/powerpoint/2010/main" val="1167800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67F542B6-07D4-4EC7-BC0D-CB07FDF0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Build a verifiable portfolio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7D1FD58-70C8-4DC2-A997-5A80DE5E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FF618F99-32C0-4BAB-B50B-13861FCB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12 / 03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15C61FE9-1037-44BC-8BC9-A6A0D963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1019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472"/>
          </a:solidFill>
          <a:ln xmlns:a="http://schemas.openxmlformats.org/drawingml/2006/main" w="0">
            <a:noFill/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0AEC94FB-8872-4056-AB4E-8DC04CA5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288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C5FB0387-E742-4860-A71D-A722EFBF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28875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5B15D8D5-C461-463B-BB0C-3FA0B7AB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PLAN</a:t>
            </a:r>
          </a:p>
        </p:txBody>
      </p:sp>
      <p:sp>
        <p:nvSpPr>
          <p:cNvPr id="8" name="v-0">
            <a:extLst xmlns:a="http://schemas.openxmlformats.org/drawingml/2006/main">
              <a:ext uri="{FF2B5EF4-FFF2-40B4-BE49-F238E27FC236}">
                <a16:creationId xmlns:a16="http://schemas.microsoft.com/office/drawing/2014/main" id="{2C433D19-D0FA-4A55-92CC-7769B133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State one learning goal.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95AC4DBE-FBC5-4518-BA2A-8084DF7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288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0FA32597-51C7-46A8-B798-FB42F222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28875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16F8297E-6F13-4A0C-BB98-411FE75D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TEACH</a:t>
            </a:r>
          </a:p>
        </p:txBody>
      </p:sp>
      <p:sp>
        <p:nvSpPr>
          <p:cNvPr id="12" name="v-1">
            <a:extLst xmlns:a="http://schemas.openxmlformats.org/drawingml/2006/main">
              <a:ext uri="{FF2B5EF4-FFF2-40B4-BE49-F238E27FC236}">
                <a16:creationId xmlns:a16="http://schemas.microsoft.com/office/drawing/2014/main" id="{76C58C53-CB48-423C-AD63-2741B469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00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Record one short sample.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7EC98126-DE07-43E7-90E1-2C1B0C4D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288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55DC6ACC-D4B1-4A10-BF07-AA667D22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28875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k-2">
            <a:extLst xmlns:a="http://schemas.openxmlformats.org/drawingml/2006/main">
              <a:ext uri="{FF2B5EF4-FFF2-40B4-BE49-F238E27FC236}">
                <a16:creationId xmlns:a16="http://schemas.microsoft.com/office/drawing/2014/main" id="{67566790-9D33-4F79-8BE0-17062EE3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MEASURE</a:t>
            </a:r>
          </a:p>
        </p:txBody>
      </p:sp>
      <p:sp>
        <p:nvSpPr>
          <p:cNvPr id="16" name="v-2">
            <a:extLst xmlns:a="http://schemas.openxmlformats.org/drawingml/2006/main">
              <a:ext uri="{FF2B5EF4-FFF2-40B4-BE49-F238E27FC236}">
                <a16:creationId xmlns:a16="http://schemas.microsoft.com/office/drawing/2014/main" id="{8031E92B-4CF8-4993-99C8-6A4E23A5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Show learner change.</a:t>
            </a:r>
          </a:p>
        </p:txBody>
      </p:sp>
      <p:sp>
        <p:nvSpPr>
          <p:cNvPr id="17" name="dot-3">
            <a:extLst xmlns:a="http://schemas.openxmlformats.org/drawingml/2006/main">
              <a:ext uri="{FF2B5EF4-FFF2-40B4-BE49-F238E27FC236}">
                <a16:creationId xmlns:a16="http://schemas.microsoft.com/office/drawing/2014/main" id="{A4AD068F-DE24-4FEF-9E33-6DB486F3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8" name="num-3">
            <a:extLst xmlns:a="http://schemas.openxmlformats.org/drawingml/2006/main">
              <a:ext uri="{FF2B5EF4-FFF2-40B4-BE49-F238E27FC236}">
                <a16:creationId xmlns:a16="http://schemas.microsoft.com/office/drawing/2014/main" id="{7D30791E-5C7E-44F1-A141-8C746AF6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9" name="k-3">
            <a:extLst xmlns:a="http://schemas.openxmlformats.org/drawingml/2006/main">
              <a:ext uri="{FF2B5EF4-FFF2-40B4-BE49-F238E27FC236}">
                <a16:creationId xmlns:a16="http://schemas.microsoft.com/office/drawing/2014/main" id="{71BCFEC5-8793-4FEC-911F-DD5D2DCE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REFLECT</a:t>
            </a:r>
          </a:p>
        </p:txBody>
      </p:sp>
      <p:sp>
        <p:nvSpPr>
          <p:cNvPr id="20" name="v-3">
            <a:extLst xmlns:a="http://schemas.openxmlformats.org/drawingml/2006/main">
              <a:ext uri="{FF2B5EF4-FFF2-40B4-BE49-F238E27FC236}">
                <a16:creationId xmlns:a16="http://schemas.microsoft.com/office/drawing/2014/main" id="{191916D3-BC34-42C2-8F75-834D288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Explain your revision.</a:t>
            </a:r>
          </a:p>
        </p:txBody>
      </p:sp>
      <p:sp>
        <p:nvSpPr>
          <p:cNvPr id="21" name="dot-4">
            <a:extLst xmlns:a="http://schemas.openxmlformats.org/drawingml/2006/main">
              <a:ext uri="{FF2B5EF4-FFF2-40B4-BE49-F238E27FC236}">
                <a16:creationId xmlns:a16="http://schemas.microsoft.com/office/drawing/2014/main" id="{0C05F723-81E6-4B1A-8524-91ECBA5C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288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22" name="num-4">
            <a:extLst xmlns:a="http://schemas.openxmlformats.org/drawingml/2006/main">
              <a:ext uri="{FF2B5EF4-FFF2-40B4-BE49-F238E27FC236}">
                <a16:creationId xmlns:a16="http://schemas.microsoft.com/office/drawing/2014/main" id="{5A537EEC-0D2A-444D-8190-457F3BBB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28875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3" name="k-4">
            <a:extLst xmlns:a="http://schemas.openxmlformats.org/drawingml/2006/main">
              <a:ext uri="{FF2B5EF4-FFF2-40B4-BE49-F238E27FC236}">
                <a16:creationId xmlns:a16="http://schemas.microsoft.com/office/drawing/2014/main" id="{9A0D7C4E-E05A-48A3-BF72-AD6C7FFD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242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CITE</a:t>
            </a:r>
          </a:p>
        </p:txBody>
      </p:sp>
      <p:sp>
        <p:nvSpPr>
          <p:cNvPr id="24" name="v-4">
            <a:extLst xmlns:a="http://schemas.openxmlformats.org/drawingml/2006/main">
              <a:ext uri="{FF2B5EF4-FFF2-40B4-BE49-F238E27FC236}">
                <a16:creationId xmlns:a16="http://schemas.microsoft.com/office/drawing/2014/main" id="{3A9C0D08-EB95-43CD-875E-1BB222C8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005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Link every important source.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37B56E7-BEAE-4C1F-A2E2-7319E9FC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054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Work becomes inspectable.</a:t>
            </a:r>
          </a:p>
        </p:txBody>
      </p:sp>
    </p:spTree>
    <p:extLst>
      <p:ext uri="{BB962C8B-B14F-4D97-AF65-F5344CB8AC3E}">
        <p14:creationId xmlns:p14="http://schemas.microsoft.com/office/powerpoint/2010/main" val="297783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1DB4CD82-85AA-4EA9-9F98-34A6242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Review creates earned trust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22E459-3A63-4EA1-B687-FDD49E5A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E2D85B70-E693-41E0-B8D3-E2648D87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12 / 04</a:t>
            </a:r>
          </a:p>
        </p:txBody>
      </p:sp>
      <p:sp>
        <p:nvSpPr>
          <p:cNvPr id="4" name="row-0">
            <a:extLst xmlns:a="http://schemas.openxmlformats.org/drawingml/2006/main">
              <a:ext uri="{FF2B5EF4-FFF2-40B4-BE49-F238E27FC236}">
                <a16:creationId xmlns:a16="http://schemas.microsoft.com/office/drawing/2014/main" id="{980AD98F-9E43-4FA7-ABED-C99353B6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99441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1CEF8B44-C675-444A-BE42-9DF95CEF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285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F5316848-3100-469F-9DDC-B14E98F4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RUBRIC</a:t>
            </a:r>
          </a:p>
        </p:txBody>
      </p:sp>
      <p:sp>
        <p:nvSpPr>
          <p:cNvPr id="7" name="v-0">
            <a:extLst xmlns:a="http://schemas.openxmlformats.org/drawingml/2006/main">
              <a:ext uri="{FF2B5EF4-FFF2-40B4-BE49-F238E27FC236}">
                <a16:creationId xmlns:a16="http://schemas.microsoft.com/office/drawing/2014/main" id="{26DCC3C3-98C0-4AE8-A357-865A41F9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Standards stay explicit.</a:t>
            </a:r>
          </a:p>
        </p:txBody>
      </p:sp>
      <p:sp>
        <p:nvSpPr>
          <p:cNvPr id="8" name="row-1">
            <a:extLst xmlns:a="http://schemas.openxmlformats.org/drawingml/2006/main">
              <a:ext uri="{FF2B5EF4-FFF2-40B4-BE49-F238E27FC236}">
                <a16:creationId xmlns:a16="http://schemas.microsoft.com/office/drawing/2014/main" id="{D468C45A-397C-49F4-B2DA-209BA558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90775"/>
            <a:ext cx="99441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50116A94-5C3F-48AA-9CBB-40157873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90775"/>
            <a:ext cx="285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k-1">
            <a:extLst xmlns:a="http://schemas.openxmlformats.org/drawingml/2006/main">
              <a:ext uri="{FF2B5EF4-FFF2-40B4-BE49-F238E27FC236}">
                <a16:creationId xmlns:a16="http://schemas.microsoft.com/office/drawing/2014/main" id="{07E23074-FCB1-443E-8238-43FCE945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907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TWO REVIEWERS</a:t>
            </a:r>
          </a:p>
        </p:txBody>
      </p:sp>
      <p:sp>
        <p:nvSpPr>
          <p:cNvPr id="11" name="v-1">
            <a:extLst xmlns:a="http://schemas.openxmlformats.org/drawingml/2006/main">
              <a:ext uri="{FF2B5EF4-FFF2-40B4-BE49-F238E27FC236}">
                <a16:creationId xmlns:a16="http://schemas.microsoft.com/office/drawing/2014/main" id="{F9BBFBE4-E399-4C8F-A657-D90E885A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9077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Views can differ.</a:t>
            </a:r>
          </a:p>
        </p:txBody>
      </p:sp>
      <p:sp>
        <p:nvSpPr>
          <p:cNvPr id="12" name="row-2">
            <a:extLst xmlns:a="http://schemas.openxmlformats.org/drawingml/2006/main">
              <a:ext uri="{FF2B5EF4-FFF2-40B4-BE49-F238E27FC236}">
                <a16:creationId xmlns:a16="http://schemas.microsoft.com/office/drawing/2014/main" id="{1420A2F5-E5BA-4A37-8B6E-78C70F11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99441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4612B9E8-229B-41FF-8762-74FB0A59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285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4" name="k-2">
            <a:extLst xmlns:a="http://schemas.openxmlformats.org/drawingml/2006/main">
              <a:ext uri="{FF2B5EF4-FFF2-40B4-BE49-F238E27FC236}">
                <a16:creationId xmlns:a16="http://schemas.microsoft.com/office/drawing/2014/main" id="{DED73600-A694-44A8-AEA7-D2E4B238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CONFLICTS</a:t>
            </a:r>
          </a:p>
        </p:txBody>
      </p:sp>
      <p:sp>
        <p:nvSpPr>
          <p:cNvPr id="15" name="v-2">
            <a:extLst xmlns:a="http://schemas.openxmlformats.org/drawingml/2006/main">
              <a:ext uri="{FF2B5EF4-FFF2-40B4-BE49-F238E27FC236}">
                <a16:creationId xmlns:a16="http://schemas.microsoft.com/office/drawing/2014/main" id="{1B5E8A70-EC11-450F-BE6E-DDEC3EDF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2420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Interests get declared.</a:t>
            </a:r>
          </a:p>
        </p:txBody>
      </p:sp>
      <p:sp>
        <p:nvSpPr>
          <p:cNvPr id="16" name="row-3">
            <a:extLst xmlns:a="http://schemas.openxmlformats.org/drawingml/2006/main">
              <a:ext uri="{FF2B5EF4-FFF2-40B4-BE49-F238E27FC236}">
                <a16:creationId xmlns:a16="http://schemas.microsoft.com/office/drawing/2014/main" id="{1CC2B324-0AF3-4FA1-8260-2B508BCC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99441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label-3">
            <a:extLst xmlns:a="http://schemas.openxmlformats.org/drawingml/2006/main">
              <a:ext uri="{FF2B5EF4-FFF2-40B4-BE49-F238E27FC236}">
                <a16:creationId xmlns:a16="http://schemas.microsoft.com/office/drawing/2014/main" id="{B4FF38C3-2E21-4A5A-9B8C-95A5D08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285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k-3">
            <a:extLst xmlns:a="http://schemas.openxmlformats.org/drawingml/2006/main">
              <a:ext uri="{FF2B5EF4-FFF2-40B4-BE49-F238E27FC236}">
                <a16:creationId xmlns:a16="http://schemas.microsoft.com/office/drawing/2014/main" id="{9141BE17-0775-45CD-8F0C-D58F7A4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FEEDBACK</a:t>
            </a:r>
          </a:p>
        </p:txBody>
      </p:sp>
      <p:sp>
        <p:nvSpPr>
          <p:cNvPr id="19" name="v-3">
            <a:extLst xmlns:a="http://schemas.openxmlformats.org/drawingml/2006/main">
              <a:ext uri="{FF2B5EF4-FFF2-40B4-BE49-F238E27FC236}">
                <a16:creationId xmlns:a16="http://schemas.microsoft.com/office/drawing/2014/main" id="{C9AFF37A-8DE3-4121-91FA-78A54E3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5762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Comments stay recorded.</a:t>
            </a:r>
          </a:p>
        </p:txBody>
      </p:sp>
      <p:sp>
        <p:nvSpPr>
          <p:cNvPr id="20" name="row-4">
            <a:extLst xmlns:a="http://schemas.openxmlformats.org/drawingml/2006/main">
              <a:ext uri="{FF2B5EF4-FFF2-40B4-BE49-F238E27FC236}">
                <a16:creationId xmlns:a16="http://schemas.microsoft.com/office/drawing/2014/main" id="{1DBE0B6E-81AC-4F78-AD2C-D05EBB19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99441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1" name="label-4">
            <a:extLst xmlns:a="http://schemas.openxmlformats.org/drawingml/2006/main">
              <a:ext uri="{FF2B5EF4-FFF2-40B4-BE49-F238E27FC236}">
                <a16:creationId xmlns:a16="http://schemas.microsoft.com/office/drawing/2014/main" id="{34EBA7F6-29AB-44DE-8B27-D0BDFBC2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285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22" name="k-4">
            <a:extLst xmlns:a="http://schemas.openxmlformats.org/drawingml/2006/main">
              <a:ext uri="{FF2B5EF4-FFF2-40B4-BE49-F238E27FC236}">
                <a16:creationId xmlns:a16="http://schemas.microsoft.com/office/drawing/2014/main" id="{B2B59EE1-95DC-4EE1-ABA0-664BB035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REVISION</a:t>
            </a:r>
          </a:p>
        </p:txBody>
      </p:sp>
      <p:sp>
        <p:nvSpPr>
          <p:cNvPr id="23" name="v-4">
            <a:extLst xmlns:a="http://schemas.openxmlformats.org/drawingml/2006/main">
              <a:ext uri="{FF2B5EF4-FFF2-40B4-BE49-F238E27FC236}">
                <a16:creationId xmlns:a16="http://schemas.microsoft.com/office/drawing/2014/main" id="{5EB4A353-DE84-4CBE-9F20-CFA4F156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910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Changes remain visible.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6FF24171-69F1-4E09-BAE1-948DD3A9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Prestige becomes less necessary.</a:t>
            </a:r>
          </a:p>
        </p:txBody>
      </p:sp>
    </p:spTree>
    <p:extLst>
      <p:ext uri="{BB962C8B-B14F-4D97-AF65-F5344CB8AC3E}">
        <p14:creationId xmlns:p14="http://schemas.microsoft.com/office/powerpoint/2010/main" val="1235935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33CC86EF-B71A-4872-BE26-A2E742C3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Records are not endorsements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6C085A-77F6-4A5B-91DF-E1FB8DF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61E4C40B-3DBC-42D2-8F13-7ED5EA3F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12 / 05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AD4AF067-8B1A-41C3-9EF7-9EF1747C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FA5EF88A-3309-4713-ABD0-D4D9CB65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38100">
            <a:solidFill>
              <a:srgbClr val="132331"/>
            </a:solidFill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6C6DBAAD-8A2A-4BD4-B927-8C606C3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D00CD33A-320D-455F-BC68-55B8B84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ORCID</a:t>
            </a:r>
          </a:p>
        </p:txBody>
      </p:sp>
      <p:sp>
        <p:nvSpPr>
          <p:cNvPr id="8" name="v-0">
            <a:extLst xmlns:a="http://schemas.openxmlformats.org/drawingml/2006/main">
              <a:ext uri="{FF2B5EF4-FFF2-40B4-BE49-F238E27FC236}">
                <a16:creationId xmlns:a16="http://schemas.microsoft.com/office/drawing/2014/main" id="{809FFEDB-3C4D-4862-A37F-05646D8F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Confirms researcher identity.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90EF1118-98DA-4FE5-8F8C-4CBC4174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3EE9CAC6-0287-4D63-8D77-942BD02B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76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38100">
            <a:solidFill>
              <a:srgbClr val="132331"/>
            </a:solidFill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526AF254-E12D-4739-B0B0-C99C2E9A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76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544BBD1E-5CAB-448F-956B-95525F2E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DOI</a:t>
            </a:r>
          </a:p>
        </p:txBody>
      </p:sp>
      <p:sp>
        <p:nvSpPr>
          <p:cNvPr id="13" name="v-1">
            <a:extLst xmlns:a="http://schemas.openxmlformats.org/drawingml/2006/main">
              <a:ext uri="{FF2B5EF4-FFF2-40B4-BE49-F238E27FC236}">
                <a16:creationId xmlns:a16="http://schemas.microsoft.com/office/drawing/2014/main" id="{5ED363C5-047A-4A50-AC87-8539A830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76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Keeps records findable.</a:t>
            </a:r>
          </a:p>
        </p:txBody>
      </p:sp>
      <p:sp>
        <p:nvSpPr>
          <p:cNvPr id="14" name="card-2">
            <a:extLst xmlns:a="http://schemas.openxmlformats.org/drawingml/2006/main">
              <a:ext uri="{FF2B5EF4-FFF2-40B4-BE49-F238E27FC236}">
                <a16:creationId xmlns:a16="http://schemas.microsoft.com/office/drawing/2014/main" id="{89110CF9-0D06-400F-958F-A038AA17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5" name="dot-2">
            <a:extLst xmlns:a="http://schemas.openxmlformats.org/drawingml/2006/main">
              <a:ext uri="{FF2B5EF4-FFF2-40B4-BE49-F238E27FC236}">
                <a16:creationId xmlns:a16="http://schemas.microsoft.com/office/drawing/2014/main" id="{40D90AB6-2D90-4831-92F6-8362BD46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38100">
            <a:solidFill>
              <a:srgbClr val="132331"/>
            </a:solidFill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9D3943F2-6555-40C3-8843-68B1DAAF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7" name="k-2">
            <a:extLst xmlns:a="http://schemas.openxmlformats.org/drawingml/2006/main">
              <a:ext uri="{FF2B5EF4-FFF2-40B4-BE49-F238E27FC236}">
                <a16:creationId xmlns:a16="http://schemas.microsoft.com/office/drawing/2014/main" id="{54B57734-005A-4EA1-8F4A-68358F21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GITHUB</a:t>
            </a:r>
          </a:p>
        </p:txBody>
      </p:sp>
      <p:sp>
        <p:nvSpPr>
          <p:cNvPr id="18" name="v-2">
            <a:extLst xmlns:a="http://schemas.openxmlformats.org/drawingml/2006/main">
              <a:ext uri="{FF2B5EF4-FFF2-40B4-BE49-F238E27FC236}">
                <a16:creationId xmlns:a16="http://schemas.microsoft.com/office/drawing/2014/main" id="{11DFE839-98BC-4A6F-9C54-7EA7CAE3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76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Preserves visible history.</a:t>
            </a:r>
          </a:p>
        </p:txBody>
      </p:sp>
      <p:sp>
        <p:nvSpPr>
          <p:cNvPr id="19" name="card-3">
            <a:extLst xmlns:a="http://schemas.openxmlformats.org/drawingml/2006/main">
              <a:ext uri="{FF2B5EF4-FFF2-40B4-BE49-F238E27FC236}">
                <a16:creationId xmlns:a16="http://schemas.microsoft.com/office/drawing/2014/main" id="{CDD4EB2D-997B-46AA-8213-E17B19C4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20" name="dot-3">
            <a:extLst xmlns:a="http://schemas.openxmlformats.org/drawingml/2006/main">
              <a:ext uri="{FF2B5EF4-FFF2-40B4-BE49-F238E27FC236}">
                <a16:creationId xmlns:a16="http://schemas.microsoft.com/office/drawing/2014/main" id="{A12CE8F3-DC43-4F9D-B1D1-A1D3B76F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38100">
            <a:solidFill>
              <a:srgbClr val="132331"/>
            </a:solidFill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FF3BC257-2A33-4D47-A259-5620A256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2" name="k-3">
            <a:extLst xmlns:a="http://schemas.openxmlformats.org/drawingml/2006/main">
              <a:ext uri="{FF2B5EF4-FFF2-40B4-BE49-F238E27FC236}">
                <a16:creationId xmlns:a16="http://schemas.microsoft.com/office/drawing/2014/main" id="{D5A80D50-8FEC-4CC4-8FAD-B60743B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23" name="v-3">
            <a:extLst xmlns:a="http://schemas.openxmlformats.org/drawingml/2006/main">
              <a:ext uri="{FF2B5EF4-FFF2-40B4-BE49-F238E27FC236}">
                <a16:creationId xmlns:a16="http://schemas.microsoft.com/office/drawing/2014/main" id="{6926F49A-AE5D-4C5C-AA94-5CD52411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76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Tests claims critically.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6E0BAC2D-5B17-4976-B3E3-9A4A3DDD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Visibility is not validation.</a:t>
            </a:r>
          </a:p>
        </p:txBody>
      </p:sp>
    </p:spTree>
    <p:extLst>
      <p:ext uri="{BB962C8B-B14F-4D97-AF65-F5344CB8AC3E}">
        <p14:creationId xmlns:p14="http://schemas.microsoft.com/office/powerpoint/2010/main" val="271483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D401AEDE-27F1-4A70-8005-8AEC79A0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France separates teaching routes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533E89-E021-4251-9AC5-EF080785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90DC8EDD-5189-4B5F-801E-EB63791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12 / 06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91AB14EE-351D-4092-A120-7C2CD4F8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A8D51813-1400-4896-A90B-B94EE4E1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B6408FB8-0E93-4FE7-B0D4-F801F842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LEISURE LESSONS</a:t>
            </a:r>
          </a:p>
        </p:txBody>
      </p:sp>
      <p:sp>
        <p:nvSpPr>
          <p:cNvPr id="7" name="v-0">
            <a:extLst xmlns:a="http://schemas.openxmlformats.org/drawingml/2006/main">
              <a:ext uri="{FF2B5EF4-FFF2-40B4-BE49-F238E27FC236}">
                <a16:creationId xmlns:a16="http://schemas.microsoft.com/office/drawing/2014/main" id="{64449454-243E-4B39-8460-C252E652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 activity declaration.</a:t>
            </a:r>
          </a:p>
        </p:txBody>
      </p:sp>
      <p:sp>
        <p:nvSpPr>
          <p:cNvPr id="8" name="rule-0">
            <a:extLst xmlns:a="http://schemas.openxmlformats.org/drawingml/2006/main">
              <a:ext uri="{FF2B5EF4-FFF2-40B4-BE49-F238E27FC236}">
                <a16:creationId xmlns:a16="http://schemas.microsoft.com/office/drawing/2014/main" id="{C35F2219-BB23-41C3-AD91-2C4F389B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9" name="mark-0">
            <a:extLst xmlns:a="http://schemas.openxmlformats.org/drawingml/2006/main">
              <a:ext uri="{FF2B5EF4-FFF2-40B4-BE49-F238E27FC236}">
                <a16:creationId xmlns:a16="http://schemas.microsoft.com/office/drawing/2014/main" id="{6A369AE4-F57B-4BE4-82DA-06BE2999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CHECK</a:t>
            </a:r>
          </a:p>
        </p:txBody>
      </p:sp>
      <p:sp>
        <p:nvSpPr>
          <p:cNvPr id="10" name="card-1">
            <a:extLst xmlns:a="http://schemas.openxmlformats.org/drawingml/2006/main">
              <a:ext uri="{FF2B5EF4-FFF2-40B4-BE49-F238E27FC236}">
                <a16:creationId xmlns:a16="http://schemas.microsoft.com/office/drawing/2014/main" id="{5CC358B7-627D-4104-BCC6-BF07BB41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band-1">
            <a:extLst xmlns:a="http://schemas.openxmlformats.org/drawingml/2006/main">
              <a:ext uri="{FF2B5EF4-FFF2-40B4-BE49-F238E27FC236}">
                <a16:creationId xmlns:a16="http://schemas.microsoft.com/office/drawing/2014/main" id="{637F27FC-67E3-48B3-9EAF-E247F5D0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A1059818-A285-49A7-ACA5-1FF98B4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431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VOCATIONAL TRAINING</a:t>
            </a:r>
          </a:p>
        </p:txBody>
      </p:sp>
      <p:sp>
        <p:nvSpPr>
          <p:cNvPr id="13" name="v-1">
            <a:extLst xmlns:a="http://schemas.openxmlformats.org/drawingml/2006/main">
              <a:ext uri="{FF2B5EF4-FFF2-40B4-BE49-F238E27FC236}">
                <a16:creationId xmlns:a16="http://schemas.microsoft.com/office/drawing/2014/main" id="{F43F5899-9193-4FCB-8A5D-5FBBF309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718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Declaration may apply.</a:t>
            </a:r>
          </a:p>
        </p:txBody>
      </p:sp>
      <p:sp>
        <p:nvSpPr>
          <p:cNvPr id="14" name="rule-1">
            <a:extLst xmlns:a="http://schemas.openxmlformats.org/drawingml/2006/main">
              <a:ext uri="{FF2B5EF4-FFF2-40B4-BE49-F238E27FC236}">
                <a16:creationId xmlns:a16="http://schemas.microsoft.com/office/drawing/2014/main" id="{2CCFAB7C-977B-4471-8A79-BFD67405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57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5" name="mark-1">
            <a:extLst xmlns:a="http://schemas.openxmlformats.org/drawingml/2006/main">
              <a:ext uri="{FF2B5EF4-FFF2-40B4-BE49-F238E27FC236}">
                <a16:creationId xmlns:a16="http://schemas.microsoft.com/office/drawing/2014/main" id="{60F5B641-667C-40F7-9556-9999908E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433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CHECK</a:t>
            </a:r>
          </a:p>
        </p:txBody>
      </p:sp>
      <p:sp>
        <p:nvSpPr>
          <p:cNvPr id="16" name="card-2">
            <a:extLst xmlns:a="http://schemas.openxmlformats.org/drawingml/2006/main">
              <a:ext uri="{FF2B5EF4-FFF2-40B4-BE49-F238E27FC236}">
                <a16:creationId xmlns:a16="http://schemas.microsoft.com/office/drawing/2014/main" id="{C6EBB8D2-002E-4D77-AE92-E1CB47BF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band-2">
            <a:extLst xmlns:a="http://schemas.openxmlformats.org/drawingml/2006/main">
              <a:ext uri="{FF2B5EF4-FFF2-40B4-BE49-F238E27FC236}">
                <a16:creationId xmlns:a16="http://schemas.microsoft.com/office/drawing/2014/main" id="{BAF1807A-662A-44BD-A0B2-61E83F7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8" name="k-2">
            <a:extLst xmlns:a="http://schemas.openxmlformats.org/drawingml/2006/main">
              <a:ext uri="{FF2B5EF4-FFF2-40B4-BE49-F238E27FC236}">
                <a16:creationId xmlns:a16="http://schemas.microsoft.com/office/drawing/2014/main" id="{E22EF727-CC26-4CA9-96DF-635B20C2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431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REGISTRATION NUMBER</a:t>
            </a:r>
          </a:p>
        </p:txBody>
      </p:sp>
      <p:sp>
        <p:nvSpPr>
          <p:cNvPr id="19" name="v-2">
            <a:extLst xmlns:a="http://schemas.openxmlformats.org/drawingml/2006/main">
              <a:ext uri="{FF2B5EF4-FFF2-40B4-BE49-F238E27FC236}">
                <a16:creationId xmlns:a16="http://schemas.microsoft.com/office/drawing/2014/main" id="{549A6606-CF6A-4EAD-B652-94832F67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Not official approval.</a:t>
            </a:r>
          </a:p>
        </p:txBody>
      </p:sp>
      <p:sp>
        <p:nvSpPr>
          <p:cNvPr id="20" name="rule-2">
            <a:extLst xmlns:a="http://schemas.openxmlformats.org/drawingml/2006/main">
              <a:ext uri="{FF2B5EF4-FFF2-40B4-BE49-F238E27FC236}">
                <a16:creationId xmlns:a16="http://schemas.microsoft.com/office/drawing/2014/main" id="{62B31C38-8461-4A21-9A2C-557BA9B7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57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21" name="mark-2">
            <a:extLst xmlns:a="http://schemas.openxmlformats.org/drawingml/2006/main">
              <a:ext uri="{FF2B5EF4-FFF2-40B4-BE49-F238E27FC236}">
                <a16:creationId xmlns:a16="http://schemas.microsoft.com/office/drawing/2014/main" id="{A2727C2C-C2AB-4EF5-8871-BE5378BC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CHECK</a:t>
            </a:r>
          </a:p>
        </p:txBody>
      </p:sp>
      <p:sp>
        <p:nvSpPr>
          <p:cNvPr id="22" name="card-3">
            <a:extLst xmlns:a="http://schemas.openxmlformats.org/drawingml/2006/main">
              <a:ext uri="{FF2B5EF4-FFF2-40B4-BE49-F238E27FC236}">
                <a16:creationId xmlns:a16="http://schemas.microsoft.com/office/drawing/2014/main" id="{AE577D56-B536-4228-9A75-A99A0852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3" name="band-3">
            <a:extLst xmlns:a="http://schemas.openxmlformats.org/drawingml/2006/main">
              <a:ext uri="{FF2B5EF4-FFF2-40B4-BE49-F238E27FC236}">
                <a16:creationId xmlns:a16="http://schemas.microsoft.com/office/drawing/2014/main" id="{77670234-2D70-4A41-810E-A85DDB6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4" name="k-3">
            <a:extLst xmlns:a="http://schemas.openxmlformats.org/drawingml/2006/main">
              <a:ext uri="{FF2B5EF4-FFF2-40B4-BE49-F238E27FC236}">
                <a16:creationId xmlns:a16="http://schemas.microsoft.com/office/drawing/2014/main" id="{7A52ED76-D48C-4EA4-9762-831F6ED5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FOREIGN DIPLOMAS</a:t>
            </a:r>
          </a:p>
        </p:txBody>
      </p:sp>
      <p:sp>
        <p:nvSpPr>
          <p:cNvPr id="25" name="v-3">
            <a:extLst xmlns:a="http://schemas.openxmlformats.org/drawingml/2006/main">
              <a:ext uri="{FF2B5EF4-FFF2-40B4-BE49-F238E27FC236}">
                <a16:creationId xmlns:a16="http://schemas.microsoft.com/office/drawing/2014/main" id="{16EFC28D-3320-459B-87AA-AB786EF2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Comparison can help.</a:t>
            </a:r>
          </a:p>
        </p:txBody>
      </p:sp>
      <p:sp>
        <p:nvSpPr>
          <p:cNvPr id="26" name="rule-3">
            <a:extLst xmlns:a="http://schemas.openxmlformats.org/drawingml/2006/main">
              <a:ext uri="{FF2B5EF4-FFF2-40B4-BE49-F238E27FC236}">
                <a16:creationId xmlns:a16="http://schemas.microsoft.com/office/drawing/2014/main" id="{297D7595-2D92-4300-A68F-41023C0E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57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7" name="mark-3">
            <a:extLst xmlns:a="http://schemas.openxmlformats.org/drawingml/2006/main">
              <a:ext uri="{FF2B5EF4-FFF2-40B4-BE49-F238E27FC236}">
                <a16:creationId xmlns:a16="http://schemas.microsoft.com/office/drawing/2014/main" id="{23B38B74-AFC1-4995-BC73-47FCFA3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433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CHECK</a:t>
            </a:r>
          </a:p>
        </p:txBody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08AF8F29-780B-4D1D-BDAF-A64A4693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673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Check your exact activity.</a:t>
            </a:r>
          </a:p>
        </p:txBody>
      </p:sp>
    </p:spTree>
    <p:extLst>
      <p:ext uri="{BB962C8B-B14F-4D97-AF65-F5344CB8AC3E}">
        <p14:creationId xmlns:p14="http://schemas.microsoft.com/office/powerpoint/2010/main" val="1391577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1175775D-6EAD-45BF-B0B8-33054AAE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Réunion public hiring has rules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7EC0BB6-70A0-4A72-8D90-61CDA218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D83AB5E0-3A01-42DD-B868-D0100F95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12 / 07</a:t>
            </a:r>
          </a:p>
        </p:txBody>
      </p:sp>
      <p:sp>
        <p:nvSpPr>
          <p:cNvPr id="4" name="left-0">
            <a:extLst xmlns:a="http://schemas.openxmlformats.org/drawingml/2006/main">
              <a:ext uri="{FF2B5EF4-FFF2-40B4-BE49-F238E27FC236}">
                <a16:creationId xmlns:a16="http://schemas.microsoft.com/office/drawing/2014/main" id="{7DAC19B5-FD6F-4199-87FA-69E139E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eft-bar-0">
            <a:extLst xmlns:a="http://schemas.openxmlformats.org/drawingml/2006/main">
              <a:ext uri="{FF2B5EF4-FFF2-40B4-BE49-F238E27FC236}">
                <a16:creationId xmlns:a16="http://schemas.microsoft.com/office/drawing/2014/main" id="{57E83A27-7A92-4E5B-8131-61E2978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33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left-k-0">
            <a:extLst xmlns:a="http://schemas.openxmlformats.org/drawingml/2006/main">
              <a:ext uri="{FF2B5EF4-FFF2-40B4-BE49-F238E27FC236}">
                <a16:creationId xmlns:a16="http://schemas.microsoft.com/office/drawing/2014/main" id="{21A0F8C4-E9D9-4C17-8B52-ECE0693A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ANNUAL CAMPAIGN</a:t>
            </a:r>
          </a:p>
        </p:txBody>
      </p:sp>
      <p:sp>
        <p:nvSpPr>
          <p:cNvPr id="7" name="left-v-0">
            <a:extLst xmlns:a="http://schemas.openxmlformats.org/drawingml/2006/main">
              <a:ext uri="{FF2B5EF4-FFF2-40B4-BE49-F238E27FC236}">
                <a16:creationId xmlns:a16="http://schemas.microsoft.com/office/drawing/2014/main" id="{2109E102-4315-41D8-9F5F-9DFDABEA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Applications follow dates.</a:t>
            </a:r>
          </a:p>
        </p:txBody>
      </p:sp>
      <p:sp>
        <p:nvSpPr>
          <p:cNvPr id="8" name="left-1">
            <a:extLst xmlns:a="http://schemas.openxmlformats.org/drawingml/2006/main">
              <a:ext uri="{FF2B5EF4-FFF2-40B4-BE49-F238E27FC236}">
                <a16:creationId xmlns:a16="http://schemas.microsoft.com/office/drawing/2014/main" id="{916FDE56-3DE5-41AA-B5E7-D13FC35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left-bar-1">
            <a:extLst xmlns:a="http://schemas.openxmlformats.org/drawingml/2006/main">
              <a:ext uri="{FF2B5EF4-FFF2-40B4-BE49-F238E27FC236}">
                <a16:creationId xmlns:a16="http://schemas.microsoft.com/office/drawing/2014/main" id="{F2C6EE14-0F4F-4A44-ABC2-F27AB203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133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left-k-1">
            <a:extLst xmlns:a="http://schemas.openxmlformats.org/drawingml/2006/main">
              <a:ext uri="{FF2B5EF4-FFF2-40B4-BE49-F238E27FC236}">
                <a16:creationId xmlns:a16="http://schemas.microsoft.com/office/drawing/2014/main" id="{235D4F71-9798-4805-9960-CD4603C6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WORK STATUS</a:t>
            </a:r>
          </a:p>
        </p:txBody>
      </p:sp>
      <p:sp>
        <p:nvSpPr>
          <p:cNvPr id="11" name="left-v-1">
            <a:extLst xmlns:a="http://schemas.openxmlformats.org/drawingml/2006/main">
              <a:ext uri="{FF2B5EF4-FFF2-40B4-BE49-F238E27FC236}">
                <a16:creationId xmlns:a16="http://schemas.microsoft.com/office/drawing/2014/main" id="{58911593-98D8-44E7-B566-DDAEAB9D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Legal eligibility matters.</a:t>
            </a:r>
          </a:p>
        </p:txBody>
      </p:sp>
      <p:sp>
        <p:nvSpPr>
          <p:cNvPr id="12" name="left-2">
            <a:extLst xmlns:a="http://schemas.openxmlformats.org/drawingml/2006/main">
              <a:ext uri="{FF2B5EF4-FFF2-40B4-BE49-F238E27FC236}">
                <a16:creationId xmlns:a16="http://schemas.microsoft.com/office/drawing/2014/main" id="{7F3E1D32-0235-4236-8E25-9F47D72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left-bar-2">
            <a:extLst xmlns:a="http://schemas.openxmlformats.org/drawingml/2006/main">
              <a:ext uri="{FF2B5EF4-FFF2-40B4-BE49-F238E27FC236}">
                <a16:creationId xmlns:a16="http://schemas.microsoft.com/office/drawing/2014/main" id="{78C6458A-5460-47E4-BD8A-955CE864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133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4" name="left-k-2">
            <a:extLst xmlns:a="http://schemas.openxmlformats.org/drawingml/2006/main">
              <a:ext uri="{FF2B5EF4-FFF2-40B4-BE49-F238E27FC236}">
                <a16:creationId xmlns:a16="http://schemas.microsoft.com/office/drawing/2014/main" id="{D9F143E3-863A-40F0-BC07-6753B69E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DIPLOMA LEVEL</a:t>
            </a:r>
          </a:p>
        </p:txBody>
      </p:sp>
      <p:sp>
        <p:nvSpPr>
          <p:cNvPr id="15" name="left-v-2">
            <a:extLst xmlns:a="http://schemas.openxmlformats.org/drawingml/2006/main">
              <a:ext uri="{FF2B5EF4-FFF2-40B4-BE49-F238E27FC236}">
                <a16:creationId xmlns:a16="http://schemas.microsoft.com/office/drawing/2014/main" id="{F6AA00DA-5EEF-48C0-809D-0451B4FC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Master Two, or maîtrise.</a:t>
            </a:r>
          </a:p>
        </p:txBody>
      </p:sp>
      <p:sp>
        <p:nvSpPr>
          <p:cNvPr id="16" name="right-0">
            <a:extLst xmlns:a="http://schemas.openxmlformats.org/drawingml/2006/main">
              <a:ext uri="{FF2B5EF4-FFF2-40B4-BE49-F238E27FC236}">
                <a16:creationId xmlns:a16="http://schemas.microsoft.com/office/drawing/2014/main" id="{18C5CA78-81C6-4AB9-B21A-0A1026A7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145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right-bar-0">
            <a:extLst xmlns:a="http://schemas.openxmlformats.org/drawingml/2006/main">
              <a:ext uri="{FF2B5EF4-FFF2-40B4-BE49-F238E27FC236}">
                <a16:creationId xmlns:a16="http://schemas.microsoft.com/office/drawing/2014/main" id="{4F6598B6-A11E-4887-9483-AA5886FE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714500"/>
            <a:ext cx="133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right-k-0">
            <a:extLst xmlns:a="http://schemas.openxmlformats.org/drawingml/2006/main">
              <a:ext uri="{FF2B5EF4-FFF2-40B4-BE49-F238E27FC236}">
                <a16:creationId xmlns:a16="http://schemas.microsoft.com/office/drawing/2014/main" id="{82AD5D2A-6ABC-4AA3-A999-5F17604D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09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APPLICATION</a:t>
            </a:r>
          </a:p>
        </p:txBody>
      </p:sp>
      <p:sp>
        <p:nvSpPr>
          <p:cNvPr id="19" name="right-v-0">
            <a:extLst xmlns:a="http://schemas.openxmlformats.org/drawingml/2006/main">
              <a:ext uri="{FF2B5EF4-FFF2-40B4-BE49-F238E27FC236}">
                <a16:creationId xmlns:a16="http://schemas.microsoft.com/office/drawing/2014/main" id="{5BC94984-3EC5-437A-9899-8AF4C6A2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336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CV and diplomas.</a:t>
            </a:r>
          </a:p>
        </p:txBody>
      </p:sp>
      <p:sp>
        <p:nvSpPr>
          <p:cNvPr id="20" name="right-1">
            <a:extLst xmlns:a="http://schemas.openxmlformats.org/drawingml/2006/main">
              <a:ext uri="{FF2B5EF4-FFF2-40B4-BE49-F238E27FC236}">
                <a16:creationId xmlns:a16="http://schemas.microsoft.com/office/drawing/2014/main" id="{A8915575-C537-4030-9B48-ED3311B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194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1" name="right-bar-1">
            <a:extLst xmlns:a="http://schemas.openxmlformats.org/drawingml/2006/main">
              <a:ext uri="{FF2B5EF4-FFF2-40B4-BE49-F238E27FC236}">
                <a16:creationId xmlns:a16="http://schemas.microsoft.com/office/drawing/2014/main" id="{D75F5401-B824-4797-B114-480D83D5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819400"/>
            <a:ext cx="133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22" name="right-k-1">
            <a:extLst xmlns:a="http://schemas.openxmlformats.org/drawingml/2006/main">
              <a:ext uri="{FF2B5EF4-FFF2-40B4-BE49-F238E27FC236}">
                <a16:creationId xmlns:a16="http://schemas.microsoft.com/office/drawing/2014/main" id="{77824D16-9D11-4D04-8C12-594B29E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INSPECTOR REVIEW</a:t>
            </a:r>
          </a:p>
        </p:txBody>
      </p:sp>
      <p:sp>
        <p:nvSpPr>
          <p:cNvPr id="23" name="right-v-1">
            <a:extLst xmlns:a="http://schemas.openxmlformats.org/drawingml/2006/main">
              <a:ext uri="{FF2B5EF4-FFF2-40B4-BE49-F238E27FC236}">
                <a16:creationId xmlns:a16="http://schemas.microsoft.com/office/drawing/2014/main" id="{418C64E9-11C0-4927-85BC-E3DDD952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Opinion precedes hiring.</a:t>
            </a:r>
          </a:p>
        </p:txBody>
      </p:sp>
      <p:sp>
        <p:nvSpPr>
          <p:cNvPr id="24" name="right-2">
            <a:extLst xmlns:a="http://schemas.openxmlformats.org/drawingml/2006/main">
              <a:ext uri="{FF2B5EF4-FFF2-40B4-BE49-F238E27FC236}">
                <a16:creationId xmlns:a16="http://schemas.microsoft.com/office/drawing/2014/main" id="{C55A7FDB-C8C9-4854-B419-88A38EBA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5" name="right-bar-2">
            <a:extLst xmlns:a="http://schemas.openxmlformats.org/drawingml/2006/main">
              <a:ext uri="{FF2B5EF4-FFF2-40B4-BE49-F238E27FC236}">
                <a16:creationId xmlns:a16="http://schemas.microsoft.com/office/drawing/2014/main" id="{B29E573A-955D-49C8-B47D-69AD23E2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924300"/>
            <a:ext cx="133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26" name="right-k-2">
            <a:extLst xmlns:a="http://schemas.openxmlformats.org/drawingml/2006/main">
              <a:ext uri="{FF2B5EF4-FFF2-40B4-BE49-F238E27FC236}">
                <a16:creationId xmlns:a16="http://schemas.microsoft.com/office/drawing/2014/main" id="{3CC0D28F-A169-4DB4-A3BD-9FC7A907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PORTFOLIO</a:t>
            </a:r>
          </a:p>
        </p:txBody>
      </p:sp>
      <p:sp>
        <p:nvSpPr>
          <p:cNvPr id="27" name="right-v-2">
            <a:extLst xmlns:a="http://schemas.openxmlformats.org/drawingml/2006/main">
              <a:ext uri="{FF2B5EF4-FFF2-40B4-BE49-F238E27FC236}">
                <a16:creationId xmlns:a16="http://schemas.microsoft.com/office/drawing/2014/main" id="{0CB25D83-0BE3-4C7E-9B07-0F3AF82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34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Supports applications only.</a:t>
            </a:r>
          </a:p>
        </p:txBody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30F7531B-DD9B-4C6D-9D53-CFCFB6B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Cannot replace formal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409242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ED4E261F-8DA0-422C-9FF7-76740E3F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Use honest titles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5863E1C-F07A-4E68-A6E9-AD2284DA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8B972464-BF3F-4B90-82F2-15DAC77A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12 / 08</a:t>
            </a:r>
          </a:p>
        </p:txBody>
      </p:sp>
      <p:sp>
        <p:nvSpPr>
          <p:cNvPr id="4" name="bar-0">
            <a:extLst xmlns:a="http://schemas.openxmlformats.org/drawingml/2006/main">
              <a:ext uri="{FF2B5EF4-FFF2-40B4-BE49-F238E27FC236}">
                <a16:creationId xmlns:a16="http://schemas.microsoft.com/office/drawing/2014/main" id="{EE26AAE5-3210-4652-A83E-5A1E334E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5735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A11CB03C-140B-4FFB-80AB-0BA1FC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57350"/>
            <a:ext cx="742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4D64DE77-5D25-431E-B7F7-274609AC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573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5A6B8FB1-426A-4D26-9BD0-3C01E53E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573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Independent English educator</a:t>
            </a:r>
          </a:p>
        </p:txBody>
      </p:sp>
      <p:sp>
        <p:nvSpPr>
          <p:cNvPr id="8" name="bar-1">
            <a:extLst xmlns:a="http://schemas.openxmlformats.org/drawingml/2006/main">
              <a:ext uri="{FF2B5EF4-FFF2-40B4-BE49-F238E27FC236}">
                <a16:creationId xmlns:a16="http://schemas.microsoft.com/office/drawing/2014/main" id="{B2367672-34CC-4FA3-B7D1-95E11F8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33625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5BEEBC87-DDCE-4915-A187-6F91C7FE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33625"/>
            <a:ext cx="742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55013FAF-B20D-46D1-A289-03E443A6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3362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B0EB93A8-AC1E-45A3-871D-432E53FF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3362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Independent language researcher</a:t>
            </a:r>
          </a:p>
        </p:txBody>
      </p:sp>
      <p:sp>
        <p:nvSpPr>
          <p:cNvPr id="12" name="bar-2">
            <a:extLst xmlns:a="http://schemas.openxmlformats.org/drawingml/2006/main">
              <a:ext uri="{FF2B5EF4-FFF2-40B4-BE49-F238E27FC236}">
                <a16:creationId xmlns:a16="http://schemas.microsoft.com/office/drawing/2014/main" id="{00C14915-8520-4DE1-BF47-D091F49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EB1D5BFE-559E-4DB9-A9EF-AC348BF8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742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36373812-6413-4E4B-A0B3-DFBE6890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k-2">
            <a:extLst xmlns:a="http://schemas.openxmlformats.org/drawingml/2006/main">
              <a:ext uri="{FF2B5EF4-FFF2-40B4-BE49-F238E27FC236}">
                <a16:creationId xmlns:a16="http://schemas.microsoft.com/office/drawing/2014/main" id="{A48F6A44-E9BF-44E2-983E-04AD9712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099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Open education author</a:t>
            </a:r>
          </a:p>
        </p:txBody>
      </p:sp>
      <p:sp>
        <p:nvSpPr>
          <p:cNvPr id="16" name="bar-3">
            <a:extLst xmlns:a="http://schemas.openxmlformats.org/drawingml/2006/main">
              <a:ext uri="{FF2B5EF4-FFF2-40B4-BE49-F238E27FC236}">
                <a16:creationId xmlns:a16="http://schemas.microsoft.com/office/drawing/2014/main" id="{A1BA6721-E4DB-40F6-9FFA-F808EE9C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971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label-3">
            <a:extLst xmlns:a="http://schemas.openxmlformats.org/drawingml/2006/main">
              <a:ext uri="{FF2B5EF4-FFF2-40B4-BE49-F238E27FC236}">
                <a16:creationId xmlns:a16="http://schemas.microsoft.com/office/drawing/2014/main" id="{A876B3D3-87DA-41AD-BCE5-6EFF136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742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num-3">
            <a:extLst xmlns:a="http://schemas.openxmlformats.org/drawingml/2006/main">
              <a:ext uri="{FF2B5EF4-FFF2-40B4-BE49-F238E27FC236}">
                <a16:creationId xmlns:a16="http://schemas.microsoft.com/office/drawing/2014/main" id="{F0CE365A-CC2C-40D2-87F0-BB828658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9" name="k-3">
            <a:extLst xmlns:a="http://schemas.openxmlformats.org/drawingml/2006/main">
              <a:ext uri="{FF2B5EF4-FFF2-40B4-BE49-F238E27FC236}">
                <a16:creationId xmlns:a16="http://schemas.microsoft.com/office/drawing/2014/main" id="{4F3EC75E-3641-4552-9F52-98233591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86175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Teacher development designer</a:t>
            </a:r>
          </a:p>
        </p:txBody>
      </p:sp>
      <p:sp>
        <p:nvSpPr>
          <p:cNvPr id="20" name="warning">
            <a:extLst xmlns:a="http://schemas.openxmlformats.org/drawingml/2006/main">
              <a:ext uri="{FF2B5EF4-FFF2-40B4-BE49-F238E27FC236}">
                <a16:creationId xmlns:a16="http://schemas.microsoft.com/office/drawing/2014/main" id="{75407F09-6236-4F53-883F-4795E476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29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Never claim unearned credentials.</a:t>
            </a:r>
          </a:p>
        </p:txBody>
      </p:sp>
      <p:sp>
        <p:nvSpPr>
          <p:cNvPr id="21" name="evidence">
            <a:extLst xmlns:a="http://schemas.openxmlformats.org/drawingml/2006/main">
              <a:ext uri="{FF2B5EF4-FFF2-40B4-BE49-F238E27FC236}">
                <a16:creationId xmlns:a16="http://schemas.microsoft.com/office/drawing/2014/main" id="{3B83E8CB-AC36-4B6E-BB93-BB7685E0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EVIDENCE: Work stays visible.</a:t>
            </a:r>
          </a:p>
        </p:txBody>
      </p:sp>
      <p:sp>
        <p:nvSpPr>
          <p:cNvPr id="22" name="inference">
            <a:extLst xmlns:a="http://schemas.openxmlformats.org/drawingml/2006/main">
              <a:ext uri="{FF2B5EF4-FFF2-40B4-BE49-F238E27FC236}">
                <a16:creationId xmlns:a16="http://schemas.microsoft.com/office/drawing/2014/main" id="{F8DE1259-D247-439D-A939-D7D613DE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9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INFERENCE: Review builds trust.</a:t>
            </a:r>
          </a:p>
        </p:txBody>
      </p:sp>
      <p:sp>
        <p:nvSpPr>
          <p:cNvPr id="23" name="unproven">
            <a:extLst xmlns:a="http://schemas.openxmlformats.org/drawingml/2006/main">
              <a:ext uri="{FF2B5EF4-FFF2-40B4-BE49-F238E27FC236}">
                <a16:creationId xmlns:a16="http://schemas.microsoft.com/office/drawing/2014/main" id="{DCD06FE3-B710-4E7A-95F9-FF50C82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19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UNPROVEN: Prestige proves ability.</a:t>
            </a:r>
          </a:p>
        </p:txBody>
      </p:sp>
      <p:sp>
        <p:nvSpPr>
          <p:cNvPr id="24" name="complete">
            <a:extLst xmlns:a="http://schemas.openxmlformats.org/drawingml/2006/main">
              <a:ext uri="{FF2B5EF4-FFF2-40B4-BE49-F238E27FC236}">
                <a16:creationId xmlns:a16="http://schemas.microsoft.com/office/drawing/2014/main" id="{CE1B64A3-3E95-4FDF-AB59-D48B55FC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SERIES COMPLETE</a:t>
            </a:r>
          </a:p>
        </p:txBody>
      </p:sp>
    </p:spTree>
    <p:extLst>
      <p:ext uri="{BB962C8B-B14F-4D97-AF65-F5344CB8AC3E}">
        <p14:creationId xmlns:p14="http://schemas.microsoft.com/office/powerpoint/2010/main" val="566614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2026-09-25T04:29:36.6440000Z</dcterms:created>
  <dcterms:modified xsi:type="dcterms:W3CDTF">2026-09-25T04:29:36.6440000Z</dcterms:modified>
</coreProperties>
</file>