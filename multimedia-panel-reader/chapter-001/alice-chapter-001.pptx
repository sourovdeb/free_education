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5b5be941984cd2" /><Relationship Type="http://schemas.openxmlformats.org/officeDocument/2006/relationships/extended-properties" Target="/docProps/app.xml" Id="R39cdd73df7714726" /><Relationship Type="http://schemas.openxmlformats.org/officeDocument/2006/relationships/officeDocument" Target="/ppt/presentation.xml" Id="R5a4ec2767d744426" /></Relationships>
</file>

<file path=ppt/presentation.xml><?xml version="1.0" encoding="utf-8"?>
<p:presentation xmlns:p="http://schemas.openxmlformats.org/presentationml/2006/main">
  <p:sldMasterIdLst>
    <p:sldMasterId xmlns:r="http://schemas.openxmlformats.org/officeDocument/2006/relationships" id="2147483648" r:id="R5efb4a34178445d9"/>
  </p:sldMasterIdLst>
  <p:notesMasterIdLst>
    <p:notesMasterId xmlns:r="http://schemas.openxmlformats.org/officeDocument/2006/relationships" r:id="R8a466e40f6254104"/>
  </p:notesMasterIdLst>
  <p:sldIdLst>
    <p:sldId xmlns:r="http://schemas.openxmlformats.org/officeDocument/2006/relationships" id="256" r:id="Rf3d726634ac4439c"/>
    <p:sldId xmlns:r="http://schemas.openxmlformats.org/officeDocument/2006/relationships" id="257" r:id="R872e70667ec540af"/>
    <p:sldId xmlns:r="http://schemas.openxmlformats.org/officeDocument/2006/relationships" id="258" r:id="Rfbbfed2cf6214d4a"/>
    <p:sldId xmlns:r="http://schemas.openxmlformats.org/officeDocument/2006/relationships" id="259" r:id="R827269916c614387"/>
    <p:sldId xmlns:r="http://schemas.openxmlformats.org/officeDocument/2006/relationships" id="260" r:id="R2456360eb6384628"/>
    <p:sldId xmlns:r="http://schemas.openxmlformats.org/officeDocument/2006/relationships" id="261" r:id="Rbe8abb4851904182"/>
    <p:sldId xmlns:r="http://schemas.openxmlformats.org/officeDocument/2006/relationships" id="262" r:id="Rc09f8872ec764cd5"/>
    <p:sldId xmlns:r="http://schemas.openxmlformats.org/officeDocument/2006/relationships" id="263" r:id="Rb9c4a622aabf4117"/>
    <p:sldId xmlns:r="http://schemas.openxmlformats.org/officeDocument/2006/relationships" id="264" r:id="R5c2aac4226db4460"/>
    <p:sldId xmlns:r="http://schemas.openxmlformats.org/officeDocument/2006/relationships" id="265" r:id="R3a1aebd8bb9249a8"/>
    <p:sldId xmlns:r="http://schemas.openxmlformats.org/officeDocument/2006/relationships" id="266" r:id="R0d5dccd6ec1e4dde"/>
    <p:sldId xmlns:r="http://schemas.openxmlformats.org/officeDocument/2006/relationships" id="267" r:id="R0c282d28557c4ee6"/>
    <p:sldId xmlns:r="http://schemas.openxmlformats.org/officeDocument/2006/relationships" id="268" r:id="R6f9aae9f2f864e96"/>
    <p:sldId xmlns:r="http://schemas.openxmlformats.org/officeDocument/2006/relationships" id="269" r:id="R88183e5a00084e57"/>
    <p:sldId xmlns:r="http://schemas.openxmlformats.org/officeDocument/2006/relationships" id="270" r:id="R6ffdf5a2dc5a48a5"/>
    <p:sldId xmlns:r="http://schemas.openxmlformats.org/officeDocument/2006/relationships" id="271" r:id="R2106b8b7a03643bf"/>
    <p:sldId xmlns:r="http://schemas.openxmlformats.org/officeDocument/2006/relationships" id="272" r:id="R385152c22d7c496d"/>
    <p:sldId xmlns:r="http://schemas.openxmlformats.org/officeDocument/2006/relationships" id="273" r:id="Rc2884856ecca4a14"/>
    <p:sldId xmlns:r="http://schemas.openxmlformats.org/officeDocument/2006/relationships" id="274" r:id="R3c0d60104c28459a"/>
    <p:sldId xmlns:r="http://schemas.openxmlformats.org/officeDocument/2006/relationships" id="275" r:id="Rd1ed78be2a86480a"/>
    <p:sldId xmlns:r="http://schemas.openxmlformats.org/officeDocument/2006/relationships" id="276" r:id="Rff264d0b3de34d3a"/>
    <p:sldId xmlns:r="http://schemas.openxmlformats.org/officeDocument/2006/relationships" id="277" r:id="R963c70ff203d48d5"/>
    <p:sldId xmlns:r="http://schemas.openxmlformats.org/officeDocument/2006/relationships" id="278" r:id="R21ae72606a894cca"/>
    <p:sldId xmlns:r="http://schemas.openxmlformats.org/officeDocument/2006/relationships" id="279" r:id="Rb5265e4f3f67477e"/>
    <p:sldId xmlns:r="http://schemas.openxmlformats.org/officeDocument/2006/relationships" id="280" r:id="R2bde6b84f6d44444"/>
    <p:sldId xmlns:r="http://schemas.openxmlformats.org/officeDocument/2006/relationships" id="281" r:id="R5c70552961554150"/>
    <p:sldId xmlns:r="http://schemas.openxmlformats.org/officeDocument/2006/relationships" id="282" r:id="R52799132598a40ba"/>
    <p:sldId xmlns:r="http://schemas.openxmlformats.org/officeDocument/2006/relationships" id="283" r:id="R082324387bd04a00"/>
    <p:sldId xmlns:r="http://schemas.openxmlformats.org/officeDocument/2006/relationships" id="284" r:id="R55870e9e23c445a1"/>
    <p:sldId xmlns:r="http://schemas.openxmlformats.org/officeDocument/2006/relationships" id="285" r:id="R2717519ece3a41e3"/>
    <p:sldId xmlns:r="http://schemas.openxmlformats.org/officeDocument/2006/relationships" id="286" r:id="R22cf8005b1c841f8"/>
    <p:sldId xmlns:r="http://schemas.openxmlformats.org/officeDocument/2006/relationships" id="287" r:id="R190ff3163fc640dd"/>
    <p:sldId xmlns:r="http://schemas.openxmlformats.org/officeDocument/2006/relationships" id="288" r:id="R1a65f69424f44c22"/>
    <p:sldId xmlns:r="http://schemas.openxmlformats.org/officeDocument/2006/relationships" id="289" r:id="R805cfd07dfef41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ea38e2ec9b46b6" /><Relationship Type="http://schemas.openxmlformats.org/officeDocument/2006/relationships/slideMaster" Target="/ppt/slideMasters/slideMaster1.xml" Id="R5efb4a34178445d9" /><Relationship Type="http://schemas.openxmlformats.org/officeDocument/2006/relationships/notesMaster" Target="/ppt/notesMasters/notesMaster1.xml" Id="R8a466e40f6254104" /><Relationship Type="http://schemas.openxmlformats.org/officeDocument/2006/relationships/presProps" Target="/ppt/presProps.xml" Id="Rc0d61a0e1d204c1a" /><Relationship Type="http://schemas.openxmlformats.org/officeDocument/2006/relationships/tableStyles" Target="/ppt/tableStyles.xml" Id="Rb5b73210e0d34e65" /><Relationship Type="http://schemas.openxmlformats.org/officeDocument/2006/relationships/slide" Target="/ppt/slides/slide1.xml" Id="Rf3d726634ac4439c" /><Relationship Type="http://schemas.openxmlformats.org/officeDocument/2006/relationships/slide" Target="/ppt/slides/slide2.xml" Id="R872e70667ec540af" /><Relationship Type="http://schemas.openxmlformats.org/officeDocument/2006/relationships/slide" Target="/ppt/slides/slide3.xml" Id="Rfbbfed2cf6214d4a" /><Relationship Type="http://schemas.openxmlformats.org/officeDocument/2006/relationships/slide" Target="/ppt/slides/slide4.xml" Id="R827269916c614387" /><Relationship Type="http://schemas.openxmlformats.org/officeDocument/2006/relationships/slide" Target="/ppt/slides/slide5.xml" Id="R2456360eb6384628" /><Relationship Type="http://schemas.openxmlformats.org/officeDocument/2006/relationships/slide" Target="/ppt/slides/slide6.xml" Id="Rbe8abb4851904182" /><Relationship Type="http://schemas.openxmlformats.org/officeDocument/2006/relationships/slide" Target="/ppt/slides/slide7.xml" Id="Rc09f8872ec764cd5" /><Relationship Type="http://schemas.openxmlformats.org/officeDocument/2006/relationships/slide" Target="/ppt/slides/slide8.xml" Id="Rb9c4a622aabf4117" /><Relationship Type="http://schemas.openxmlformats.org/officeDocument/2006/relationships/slide" Target="/ppt/slides/slide9.xml" Id="R5c2aac4226db4460" /><Relationship Type="http://schemas.openxmlformats.org/officeDocument/2006/relationships/slide" Target="/ppt/slides/slide10.xml" Id="R3a1aebd8bb9249a8" /><Relationship Type="http://schemas.openxmlformats.org/officeDocument/2006/relationships/slide" Target="/ppt/slides/slide11.xml" Id="R0d5dccd6ec1e4dde" /><Relationship Type="http://schemas.openxmlformats.org/officeDocument/2006/relationships/slide" Target="/ppt/slides/slide12.xml" Id="R0c282d28557c4ee6" /><Relationship Type="http://schemas.openxmlformats.org/officeDocument/2006/relationships/slide" Target="/ppt/slides/slide13.xml" Id="R6f9aae9f2f864e96" /><Relationship Type="http://schemas.openxmlformats.org/officeDocument/2006/relationships/slide" Target="/ppt/slides/slide14.xml" Id="R88183e5a00084e57" /><Relationship Type="http://schemas.openxmlformats.org/officeDocument/2006/relationships/slide" Target="/ppt/slides/slide15.xml" Id="R6ffdf5a2dc5a48a5" /><Relationship Type="http://schemas.openxmlformats.org/officeDocument/2006/relationships/slide" Target="/ppt/slides/slide16.xml" Id="R2106b8b7a03643bf" /><Relationship Type="http://schemas.openxmlformats.org/officeDocument/2006/relationships/slide" Target="/ppt/slides/slide17.xml" Id="R385152c22d7c496d" /><Relationship Type="http://schemas.openxmlformats.org/officeDocument/2006/relationships/slide" Target="/ppt/slides/slide18.xml" Id="Rc2884856ecca4a14" /><Relationship Type="http://schemas.openxmlformats.org/officeDocument/2006/relationships/slide" Target="/ppt/slides/slide19.xml" Id="R3c0d60104c28459a" /><Relationship Type="http://schemas.openxmlformats.org/officeDocument/2006/relationships/slide" Target="/ppt/slides/slide20.xml" Id="Rd1ed78be2a86480a" /><Relationship Type="http://schemas.openxmlformats.org/officeDocument/2006/relationships/slide" Target="/ppt/slides/slide21.xml" Id="Rff264d0b3de34d3a" /><Relationship Type="http://schemas.openxmlformats.org/officeDocument/2006/relationships/slide" Target="/ppt/slides/slide22.xml" Id="R963c70ff203d48d5" /><Relationship Type="http://schemas.openxmlformats.org/officeDocument/2006/relationships/slide" Target="/ppt/slides/slide23.xml" Id="R21ae72606a894cca" /><Relationship Type="http://schemas.openxmlformats.org/officeDocument/2006/relationships/slide" Target="/ppt/slides/slide24.xml" Id="Rb5265e4f3f67477e" /><Relationship Type="http://schemas.openxmlformats.org/officeDocument/2006/relationships/slide" Target="/ppt/slides/slide25.xml" Id="R2bde6b84f6d44444" /><Relationship Type="http://schemas.openxmlformats.org/officeDocument/2006/relationships/slide" Target="/ppt/slides/slide26.xml" Id="R5c70552961554150" /><Relationship Type="http://schemas.openxmlformats.org/officeDocument/2006/relationships/slide" Target="/ppt/slides/slide27.xml" Id="R52799132598a40ba" /><Relationship Type="http://schemas.openxmlformats.org/officeDocument/2006/relationships/slide" Target="/ppt/slides/slide28.xml" Id="R082324387bd04a00" /><Relationship Type="http://schemas.openxmlformats.org/officeDocument/2006/relationships/slide" Target="/ppt/slides/slide29.xml" Id="R55870e9e23c445a1" /><Relationship Type="http://schemas.openxmlformats.org/officeDocument/2006/relationships/slide" Target="/ppt/slides/slide30.xml" Id="R2717519ece3a41e3" /><Relationship Type="http://schemas.openxmlformats.org/officeDocument/2006/relationships/slide" Target="/ppt/slides/slide31.xml" Id="R22cf8005b1c841f8" /><Relationship Type="http://schemas.openxmlformats.org/officeDocument/2006/relationships/slide" Target="/ppt/slides/slide32.xml" Id="R190ff3163fc640dd" /><Relationship Type="http://schemas.openxmlformats.org/officeDocument/2006/relationships/slide" Target="/ppt/slides/slide33.xml" Id="R1a65f69424f44c22" /><Relationship Type="http://schemas.openxmlformats.org/officeDocument/2006/relationships/slide" Target="/ppt/slides/slide34.xml" Id="R805cfd07dfef41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17d870f48e46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82b5cb67074c8f" /><Relationship Type="http://schemas.openxmlformats.org/officeDocument/2006/relationships/notesMaster" Target="/ppt/notesMasters/notesMaster1.xml" Id="R865ad9c970fd48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d5245e39de4265" /><Relationship Type="http://schemas.openxmlformats.org/officeDocument/2006/relationships/notesMaster" Target="/ppt/notesMasters/notesMaster1.xml" Id="R16054acb6bb247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fc579749454e72" /><Relationship Type="http://schemas.openxmlformats.org/officeDocument/2006/relationships/notesMaster" Target="/ppt/notesMasters/notesMaster1.xml" Id="R345409930aef46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e6ffd5c0c74c29" /><Relationship Type="http://schemas.openxmlformats.org/officeDocument/2006/relationships/notesMaster" Target="/ppt/notesMasters/notesMaster1.xml" Id="R7ba8915f42db49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6dfd125a2f486e" /><Relationship Type="http://schemas.openxmlformats.org/officeDocument/2006/relationships/notesMaster" Target="/ppt/notesMasters/notesMaster1.xml" Id="R606ba4e5de9341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faa5e64c4c4d31" /><Relationship Type="http://schemas.openxmlformats.org/officeDocument/2006/relationships/notesMaster" Target="/ppt/notesMasters/notesMaster1.xml" Id="R4c5b47317fa245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a9ebbcddb3403e" /><Relationship Type="http://schemas.openxmlformats.org/officeDocument/2006/relationships/notesMaster" Target="/ppt/notesMasters/notesMaster1.xml" Id="R4017506c03d44e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c6e87c2da14a82" /><Relationship Type="http://schemas.openxmlformats.org/officeDocument/2006/relationships/notesMaster" Target="/ppt/notesMasters/notesMaster1.xml" Id="R7925e26a821844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33213bcb934a09" /><Relationship Type="http://schemas.openxmlformats.org/officeDocument/2006/relationships/notesMaster" Target="/ppt/notesMasters/notesMaster1.xml" Id="Reb1833ba8e354d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396660fd1046a3" /><Relationship Type="http://schemas.openxmlformats.org/officeDocument/2006/relationships/notesMaster" Target="/ppt/notesMasters/notesMaster1.xml" Id="R42f28295a82e4a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e6b487471a4144" /><Relationship Type="http://schemas.openxmlformats.org/officeDocument/2006/relationships/notesMaster" Target="/ppt/notesMasters/notesMaster1.xml" Id="R43c8756b260242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91afd16c98485a" /><Relationship Type="http://schemas.openxmlformats.org/officeDocument/2006/relationships/notesMaster" Target="/ppt/notesMasters/notesMaster1.xml" Id="R97a2b075758d40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617b4f38be4472" /><Relationship Type="http://schemas.openxmlformats.org/officeDocument/2006/relationships/notesMaster" Target="/ppt/notesMasters/notesMaster1.xml" Id="Rbc37fb7b018c4a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c747fd1dd74f4e" /><Relationship Type="http://schemas.openxmlformats.org/officeDocument/2006/relationships/notesMaster" Target="/ppt/notesMasters/notesMaster1.xml" Id="Rd307a937dbd047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fe0febea754bb1" /><Relationship Type="http://schemas.openxmlformats.org/officeDocument/2006/relationships/notesMaster" Target="/ppt/notesMasters/notesMaster1.xml" Id="R4bde3ff835d545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b97a7e54614a03" /><Relationship Type="http://schemas.openxmlformats.org/officeDocument/2006/relationships/notesMaster" Target="/ppt/notesMasters/notesMaster1.xml" Id="R3ac08d7a885145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03546e2c98493d" /><Relationship Type="http://schemas.openxmlformats.org/officeDocument/2006/relationships/notesMaster" Target="/ppt/notesMasters/notesMaster1.xml" Id="R08c7697ff82742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a0d7a3d2164125" /><Relationship Type="http://schemas.openxmlformats.org/officeDocument/2006/relationships/notesMaster" Target="/ppt/notesMasters/notesMaster1.xml" Id="Rfd16a6fe487248f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4072c3947340e8" /><Relationship Type="http://schemas.openxmlformats.org/officeDocument/2006/relationships/notesMaster" Target="/ppt/notesMasters/notesMaster1.xml" Id="R0767b5f2d75b47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af6128ef604438" /><Relationship Type="http://schemas.openxmlformats.org/officeDocument/2006/relationships/notesMaster" Target="/ppt/notesMasters/notesMaster1.xml" Id="Ra93a0960e9904e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503bc2421a485e" /><Relationship Type="http://schemas.openxmlformats.org/officeDocument/2006/relationships/notesMaster" Target="/ppt/notesMasters/notesMaster1.xml" Id="R5caaa22095f34b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6f5b196b194473" /><Relationship Type="http://schemas.openxmlformats.org/officeDocument/2006/relationships/notesMaster" Target="/ppt/notesMasters/notesMaster1.xml" Id="Rfd0ae0c2e13e44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ee8ebb6a28448b" /><Relationship Type="http://schemas.openxmlformats.org/officeDocument/2006/relationships/notesMaster" Target="/ppt/notesMasters/notesMaster1.xml" Id="R53df18a61e3143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2d2cdd40944f43" /><Relationship Type="http://schemas.openxmlformats.org/officeDocument/2006/relationships/notesMaster" Target="/ppt/notesMasters/notesMaster1.xml" Id="R8b723d267a394d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f8352995e14711" /><Relationship Type="http://schemas.openxmlformats.org/officeDocument/2006/relationships/notesMaster" Target="/ppt/notesMasters/notesMaster1.xml" Id="R0595e60be15f4e7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452a55df1cd477e" /><Relationship Type="http://schemas.openxmlformats.org/officeDocument/2006/relationships/notesMaster" Target="/ppt/notesMasters/notesMaster1.xml" Id="R65c41a942ad845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81a737ef204456" /><Relationship Type="http://schemas.openxmlformats.org/officeDocument/2006/relationships/notesMaster" Target="/ppt/notesMasters/notesMaster1.xml" Id="Rf7ace93fa0ae4c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9be331fc744fdd" /><Relationship Type="http://schemas.openxmlformats.org/officeDocument/2006/relationships/notesMaster" Target="/ppt/notesMasters/notesMaster1.xml" Id="R168722bb45d2444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0df330847f4e71" /><Relationship Type="http://schemas.openxmlformats.org/officeDocument/2006/relationships/notesMaster" Target="/ppt/notesMasters/notesMaster1.xml" Id="Raef0b94877914b9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b1fa282c0d402f" /><Relationship Type="http://schemas.openxmlformats.org/officeDocument/2006/relationships/notesMaster" Target="/ppt/notesMasters/notesMaster1.xml" Id="R148c2b87c212474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91120b60e884b2c" /><Relationship Type="http://schemas.openxmlformats.org/officeDocument/2006/relationships/notesMaster" Target="/ppt/notesMasters/notesMaster1.xml" Id="Rc8b90a9eed584ae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f0afa866ade4a58" /><Relationship Type="http://schemas.openxmlformats.org/officeDocument/2006/relationships/notesMaster" Target="/ppt/notesMasters/notesMaster1.xml" Id="Rd851defaf1aa42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ea34ba64dd459b" /><Relationship Type="http://schemas.openxmlformats.org/officeDocument/2006/relationships/notesMaster" Target="/ppt/notesMasters/notesMaster1.xml" Id="R3094c16c762540a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caa487371464a3c" /><Relationship Type="http://schemas.openxmlformats.org/officeDocument/2006/relationships/notesMaster" Target="/ppt/notesMasters/notesMaster1.xml" Id="R96d7c9774b62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sits beside her sister at a riverbank, an open book between them, flowers in the foreground. Wide shot, the space above Alice left empty. Cross-hatching, paper texture, consistent Alice design, no colour. Visual interpretation, not a claim about the author’s intent.</a:t>
            </a:r>
          </a:p>
          <a:p xmlns:a="http://schemas.openxmlformats.org/drawingml/2006/main">
            <a:r>
              <a:t>Complete panel score:</a:t>
            </a:r>
          </a:p>
          <a:p xmlns:a="http://schemas.openxmlformats.org/drawingml/2006/main">
            <a:r>
              <a:t>$$Conversational, patient; let boredom settle$$ CHAPTER I. //  Down the Rabbit-Hole A lice was beginning to get very tired of sitting by her sister on the bank, and of having nothing to do: /  once or twice she had peeped into the book her sister was reading, but it had no pictures or conversations in it,  // [Alice: Restless, questioning] ‘and what is the use of a book,’ // $$Conversational, patient; let boredom settle$$  thought Alice  // [Alice: Restless, questioning] ‘without pictures or conversation?’ // $$Conversational, patient; let boredom settle$$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looks up from daisies as a waistcoated rabbit crosses the foreground. Low viewpoint, motion lines follow the rabbit. Cross-hatching, paper texture, consistent Alice design, no colour. Visual interpretation, not a claim about the author’s intent.</a:t>
            </a:r>
          </a:p>
          <a:p xmlns:a="http://schemas.openxmlformats.org/drawingml/2006/main">
            <a:r>
              <a:t>Complete panel score:</a:t>
            </a:r>
          </a:p>
          <a:p xmlns:a="http://schemas.openxmlformats.org/drawingml/2006/main">
            <a:r>
              <a:t>$$Observant, slightly quicker at the arrival$$ So she was considering in her own mind (as well as she could, for the hot day made her feel very sleepy and stupid), whether the pleasure of making a daisy-chain would be worth the trouble of getting up and picking the daisies, when suddenly a White Rabbit with pink eyes ran close by her.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Close view of a rabbit extracting a pocket watch from a waistcoat; Alice stands behind, startled. Watch dominates the composition.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$$Matter-of-fact amusement, accelerate after the watch$$ There was nothing so VERY remarkable in that; /  nor did Alice think it so VERY much out of the way to hear the Rabbit say to itself,  // [White Rabbit: High pitch, clipped urgency] ‘Oh dear! //  Oh dear! //  I shall be late!’ // $$Matter-of-fact amusement, accelerate after the watch$$  (when she thought it over afterwards, it occurred to her that she ought to have wondered at this, but at the time it all seemed quite natural); /  but when the Rabbit actually TOOK A WATCH OUT OF ITS WAISTCOAT-POCKET, and looked at it, and then hurried on, Alice started to her feet, for it flashed across her mind that she had never before seen a rabbit with either a waistcoat-pocket, or a watch to take out of it, and burning with curiosity, she ran across the field after it, and fortunately was just in time to see it pop down a large rabbit-hole under the hedge.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Close view of a rabbit extracting a pocket watch from a waistcoat; Alice stands behind, startled. Watch dominates the composition.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$$Matter-of-fact amusement, accelerate after the watch$$ There was nothing so VERY remarkable in that; /  nor did Alice think it so VERY much out of the way to hear the Rabbit say to itself,  // [White Rabbit: High pitch, clipped urgency] ‘Oh dear! //  Oh dear! //  I shall be late!’ // $$Matter-of-fact amusement, accelerate after the watch$$  (when she thought it over afterwards, it occurred to her that she ought to have wondered at this, but at the time it all seemed quite natural); /  but when the Rabbit actually TOOK A WATCH OUT OF ITS WAISTCOAT-POCKET, and looked at it, and then hurried on, Alice started to her feet, for it flashed across her mind that she had never before seen a rabbit with either a waistcoat-pocket, or a watch to take out of it, and burning with curiosity, she ran across the field after it, and fortunately was just in time to see it pop down a large rabbit-hole under the hedge.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follows the rabbit through an opening beneath a hedge. The tunnel bends into a vertical shaft. A diagonal composition leads into darkness. Cross-hatching, paper texture, consistent Alice design, no colour. Visual interpretation, not a claim about the author’s intent.</a:t>
            </a:r>
          </a:p>
          <a:p xmlns:a="http://schemas.openxmlformats.org/drawingml/2006/main">
            <a:r>
              <a:t>Complete panel score:</a:t>
            </a:r>
          </a:p>
          <a:p xmlns:a="http://schemas.openxmlformats.org/drawingml/2006/main">
            <a:r>
              <a:t>$$Gather pace, then suspend at the fall$$ In another moment down went Alice after it, never once considering how in the world she was to get out again. //  The rabbit-hole went straight on like a tunnel for some way, and then dipped suddenly down, so suddenly that Alice had not a moment to think about stopping herself before she found herself falling down a very deep well.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descends a deep well lined with cupboards, books and maps. Tall viewpoint from above, repeated shelves establish depth. Cross-hatching, paper texture, consistent Alice design, no colour. Visual interpretation, not a claim about the author’s intent.</a:t>
            </a:r>
          </a:p>
          <a:p xmlns:a="http://schemas.openxmlformats.org/drawingml/2006/main">
            <a:r>
              <a:t>Complete panel score:</a:t>
            </a:r>
          </a:p>
          <a:p xmlns:a="http://schemas.openxmlformats.org/drawingml/2006/main">
            <a:r>
              <a:t>$$Unhurried, wonder without alarm$$ Either the well was very deep, or she fell very slowly, for she had plenty of time as she went down to look about her and to wonder what was going to happen next. //  First, she tried to look down and make out what she was coming to, but it was too dark to see anything; /  then she looked at the sides of the well, and noticed that they were filled with cupboards and book-shelves; /  here and there she saw maps and pictures hung upon pegs.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takes a marmalade jar while falling, discovers it empty and reaches toward a passing cupboard. Keep the jar and shelf in one plane.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$$Dry humour, slight pause before empty$$ She took down a jar from one of the shelves as she passed; /  it was labelled  // $$Dry humour, slight pause before empty$$ ‘ORANGE MARMALADE’ // $$Dry humour, slight pause before empty$$ , but to her great disappointment it was empty: /  she did not like to drop the jar for fear of killing somebody, so managed to put it into one of the cupboards as she fell past it.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floats through the shaft, looking composed while imagining herself enduring a household fall. Use only a faint house silhouette as a thought image.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[Alice: Self-reassuring, buoyant] ‘Well!’ // $$Wry aside, understated$$  thought Alice to herself,  // [Alice: Self-reassuring, buoyant] ‘after such a fall as this, I shall think nothing of tumbling down stairs! //  How brave they’ll all think me at home! //  Why, I wouldn’t say anything about it, even if I fell off the top of the house!’ // $$Wry aside, understated$$  (Which was very likely true.)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counts on her fingers while falling. A schematic cutaway earth appears as a thought image, not a literal location.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$$Measured descent, light irony in the aside$$ Down, down, down. //  Would the fall NEVER come to an end! //   // [Alice: Schoolroom confidence with uncertainty] ‘I wonder how many miles I’ve fallen by this time?’ // $$Measured descent, light irony in the aside$$  she said aloud. //   // [Alice: Schoolroom confidence with uncertainty] ‘I must be getting somewhere near the centre of the earth. //  Let me see: /  that would be four thousand miles down, I think — ’ // $$Measured descent, light irony in the aside$$  (for, you see, Alice had learnt several things of this sort in her lessons in the schoolroom, and though this was not a VERY good opportunity for showing off her knowledge, as there was no one to listen to her, still it was good practice to say it over)  // [Alice: Schoolroom confidence with uncertainty] ‘ — yes, that’s about the right distance — but then I wonder what Latitude or Longitude I’ve got to?’ // $$Measured descent, light irony in the aside$$  (Alice had no idea what Latitude was, or Longitude either, but thought they were nice grand words to say.)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counts on her fingers while falling. A schematic cutaway earth appears as a thought image, not a literal location.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$$Measured descent, light irony in the aside$$ Down, down, down. //  Would the fall NEVER come to an end! //   // [Alice: Schoolroom confidence with uncertainty] ‘I wonder how many miles I’ve fallen by this time?’ // $$Measured descent, light irony in the aside$$  she said aloud. //   // [Alice: Schoolroom confidence with uncertainty] ‘I must be getting somewhere near the centre of the earth. //  Let me see: /  that would be four thousand miles down, I think — ’ // $$Measured descent, light irony in the aside$$  (for, you see, Alice had learnt several things of this sort in her lessons in the schoolroom, and though this was not a VERY good opportunity for showing off her knowledge, as there was no one to listen to her, still it was good practice to say it over)  // [Alice: Schoolroom confidence with uncertainty] ‘ — yes, that’s about the right distance — but then I wonder what Latitude or Longitude I’ve got to?’ // $$Measured descent, light irony in the aside$$  (Alice had no idea what Latitude was, or Longitude either, but thought they were nice grand words to say.)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attempts a curtsey in midair. An upside-down horizon in a thought bubble suggests her imagined destination.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$$Light, conversational, allow the joke to land$$ Presently she began again. //   // [Alice: Polite rehearsal, then embarrassed] ‘I wonder if I shall fall right THROUGH the earth! //  How funny it’ll seem to come out among the people that walk with their heads downward! //  The Antipathies, I think — ’ // $$Light, conversational, allow the joke to land$$  (she was rather glad there WAS no one listening, this time, as it didn’t sound at all the right word)  // [Alice: Polite rehearsal, then embarrassed] ‘ — but I shall have to ask them what the name of the country is, you know. //  Please, Ma’am, is this New Zealand or Australia?’ // $$Light, conversational, allow the joke to land$$  (and she tried to curtsey as she spoke — fancy CURTSEYING as you’re falling through the air! //  Do you think you could manage it?)  // [Alice: Polite rehearsal, then embarrassed] ‘And what an ignorant little girl she’ll think me for asking! //  No, it’ll never do to ask: /  perhaps I shall see it written up somewhere.’ // $$Light, conversational, allow the joke to land$$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attempts a curtsey in midair. An upside-down horizon in a thought bubble suggests her imagined destination.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$$Light, conversational, allow the joke to land$$ Presently she began again. //   // [Alice: Polite rehearsal, then embarrassed] ‘I wonder if I shall fall right THROUGH the earth! //  How funny it’ll seem to come out among the people that walk with their heads downward! //  The Antipathies, I think — ’ // $$Light, conversational, allow the joke to land$$  (she was rather glad there WAS no one listening, this time, as it didn’t sound at all the right word)  // [Alice: Polite rehearsal, then embarrassed] ‘ — but I shall have to ask them what the name of the country is, you know. //  Please, Ma’am, is this New Zealand or Australia?’ // $$Light, conversational, allow the joke to land$$  (and she tried to curtsey as she spoke — fancy CURTSEYING as you’re falling through the air! //  Do you think you could manage it?)  // [Alice: Polite rehearsal, then embarrassed] ‘And what an ignorant little girl she’ll think me for asking! //  No, it’ll never do to ask: /  perhaps I shall see it written up somewhere.’ // $$Light, conversational, allow the joke to land$$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drifts downward with imagined cat and bat silhouettes in separate thought bubbles. Keep the shaft visible to distinguish thought from scene.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$$Softer and slower as sleep approaches$$ Down, down, down. //  There was nothing else to do, so Alice soon began talking again. //   // [Alice: Affectionate, becoming drowsy] ‘Dinah’ll miss me very much to-night, I should think!’ // $$Softer and slower as sleep approaches$$  (Dinah was the cat.)  // [Alice: Affectionate, becoming drowsy] ‘I hope they’ll remember her saucer of milk at tea-time. //  Dinah my dear! //  I wish you were down here with me! //  There are no mice in the air, I’m afraid, but you might catch a bat, and that’s very like a mouse, you know. //  But do cats eat bats, I wonder?’ // $$Softer and slower as sleep approaches$$  And here Alice began to get rather sleepy, and went on saying to herself, in a dreamy sort of way,  // [Alice: Affectionate, becoming drowsy] ‘Do cats eat bats? //  Do cats eat bats?’ // $$Softer and slower as sleep approaches$$  and sometimes,  // [Alice: Affectionate, becoming drowsy] ‘Do bats eat cats?’ // $$Softer and slower as sleep approaches$$  for, you see, as she couldn’t answer either question, it didn’t much matter which way she put it.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drifts downward with imagined cat and bat silhouettes in separate thought bubbles. Keep the shaft visible to distinguish thought from scene.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$$Softer and slower as sleep approaches$$ Down, down, down. //  There was nothing else to do, so Alice soon began talking again. //   // [Alice: Affectionate, becoming drowsy] ‘Dinah’ll miss me very much to-night, I should think!’ // $$Softer and slower as sleep approaches$$  (Dinah was the cat.)  // [Alice: Affectionate, becoming drowsy] ‘I hope they’ll remember her saucer of milk at tea-time. //  Dinah my dear! //  I wish you were down here with me! //  There are no mice in the air, I’m afraid, but you might catch a bat, and that’s very like a mouse, you know. //  But do cats eat bats, I wonder?’ // $$Softer and slower as sleep approaches$$  And here Alice began to get rather sleepy, and went on saying to herself, in a dreamy sort of way,  // [Alice: Affectionate, becoming drowsy] ‘Do cats eat bats? //  Do cats eat bats?’ // $$Softer and slower as sleep approaches$$  and sometimes,  // [Alice: Affectionate, becoming drowsy] ‘Do bats eat cats?’ // $$Softer and slower as sleep approaches$$  for, you see, as she couldn’t answer either question, it didn’t much matter which way she put it.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lands on a heap of sticks and leaves at the bottom of the shaft. Leaves lift around her; the opening of a passage sits behind. Cross-hatching, paper texture, consistent Alice design, no colour. Visual interpretation, not a claim about the author’s intent.</a:t>
            </a:r>
          </a:p>
          <a:p xmlns:a="http://schemas.openxmlformats.org/drawingml/2006/main">
            <a:r>
              <a:t>Complete panel score:</a:t>
            </a:r>
          </a:p>
          <a:p xmlns:a="http://schemas.openxmlformats.org/drawingml/2006/main">
            <a:r>
              <a:t>$$Dreamy, then two precise impacts$$ She felt that she was dozing off, and had just begun to dream that she was walking hand in hand with Dinah, and saying to her very earnestly,  // [Alice: Sleepy question, sudden alertness] ‘Now, Dinah, tell me the truth: /  did you ever eat a bat?’ // $$Dreamy, then two precise impacts$$  when suddenly, thump! //  thump! //  down she came upon a heap of sticks and dry leaves, and the fall was over.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races into a lamp-lit corridor as the rabbit disappears around a corner. Repeated locked doors extend into perspective.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$$Pick up pace with the chase, settle in the hall$$ Alice was not a bit hurt, and she jumped up on to her feet in a moment: /  she looked up, but it was all dark overhead; /  before her was another long passage, and the White Rabbit was still in sight, hurrying down it. //  There was not a moment to be lost: /  away went Alice like the wind, and was just in time to hear it say, as it turned a corner,  // [White Rabbit: High pitch, clipped urgency] ‘Oh my ears and whiskers, how late it’s getting!’ // $$Pick up pace with the chase, settle in the hall$$  She was close behind it when she turned the corner, but the Rabbit was no longer to be seen: /  she found herself in a long, low hall, which was lit up by a row of lamps hanging from the roof. //  There were doors all round the hall, but they were all locked; /  and when Alice had been all the way down one side and up the other, trying every door, she walked sadly down the middle, wondering how she was ever to get out again.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races into a lamp-lit corridor as the rabbit disappears around a corner. Repeated locked doors extend into perspective. Cross-hatching, paper texture, consistent Alice design, no colour. Visual interpretation, not a claim about the author’s intent.</a:t>
            </a:r>
          </a:p>
          <a:p xmlns:a="http://schemas.openxmlformats.org/drawingml/2006/main">
            <a:r>
              <a:t>Complete panel score:</a:t>
            </a:r>
          </a:p>
          <a:p xmlns:a="http://schemas.openxmlformats.org/drawingml/2006/main">
            <a:r>
              <a:t>$$Pick up pace with the chase, settle in the hall$$ Alice was not a bit hurt, and she jumped up on to her feet in a moment: /  she looked up, but it was all dark overhead; /  before her was another long passage, and the White Rabbit was still in sight, hurrying down it. //  There was not a moment to be lost: /  away went Alice like the wind, and was just in time to hear it say, as it turned a corner,  // [White Rabbit: High pitch, clipped urgency] ‘Oh my ears and whiskers, how late it’s getting!’ // $$Pick up pace with the chase, settle in the hall$$  She was close behind it when she turned the corner, but the Rabbit was no longer to be seen: /  she found herself in a long, low hall, which was lit up by a row of lamps hanging from the roof. //  There were doors all round the hall, but they were all locked; /  and when Alice had been all the way down one side and up the other, trying every door, she walked sadly down the middle, wondering how she was ever to get out again.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 glass three-legged table supports a tiny key. Behind a curtain sits a miniature door. Frame the objects at Alice’s eye level. Cross-hatching, paper texture, consistent Alice design, no colour. Visual interpretation, not a claim about the author’s intent.</a:t>
            </a:r>
          </a:p>
          <a:p xmlns:a="http://schemas.openxmlformats.org/drawingml/2006/main">
            <a:r>
              <a:t>Complete panel score:</a:t>
            </a:r>
          </a:p>
          <a:p xmlns:a="http://schemas.openxmlformats.org/drawingml/2006/main">
            <a:r>
              <a:t>$$Curiosity rises, brighten at the fit$$ Suddenly she came upon a little three-legged table, all made of solid glass; /  there was nothing on it except a tiny golden key, and Alice’s first thought was that it might belong to one of the doors of the hall; /  but, alas! //  either the locks were too large, or the key was too small, but at any rate it would not open any of them. //  However, on the second time round, she came upon a low curtain she had not noticed before, and behind it was a little door about fifteen inches high: /  she tried the little golden key in the lock, and to her great delight it fitted!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kneels at a tiny doorway, looking into a garden of flowers and fountains. Dark hall foreground contrasts with a bright garden.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$$Open the phrasing for the garden; contract at the obstacle$$ Alice opened the door and found that it led into a small passage, not much larger than a rat-hole: /  she knelt down and looked along the passage into the loveliest garden you ever saw. //  How she longed to get out of that dark hall, and wander about among those beds of bright flowers and those cool fountains, but she could not even get her head through the doorway; /   // [Alice: Longing, then inventive] ‘and even if my head would go through,’ // $$Open the phrasing for the garden; contract at the obstacle$$  thought poor Alice,  // [Alice: Longing, then inventive] ‘it would be of very little use without my shoulders. //  Oh, how I wish I could shut up like a telescope! //  I think I could, if I only know how to begin.’ // $$Open the phrasing for the garden; contract at the obstacle$$  For, you see, so many out-of-the-way things had happened lately, that Alice had begun to think that very few things indeed were really impossible.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kneels at a tiny doorway, looking into a garden of flowers and fountains. Dark hall foreground contrasts with a bright garden.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$$Open the phrasing for the garden; contract at the obstacle$$ Alice opened the door and found that it led into a small passage, not much larger than a rat-hole: /  she knelt down and looked along the passage into the loveliest garden you ever saw. //  How she longed to get out of that dark hall, and wander about among those beds of bright flowers and those cool fountains, but she could not even get her head through the doorway; /   // [Alice: Longing, then inventive] ‘and even if my head would go through,’ // $$Open the phrasing for the garden; contract at the obstacle$$  thought poor Alice,  // [Alice: Longing, then inventive] ‘it would be of very little use without my shoulders. //  Oh, how I wish I could shut up like a telescope! //  I think I could, if I only know how to begin.’ // $$Open the phrasing for the garden; contract at the obstacle$$  For, you see, so many out-of-the-way things had happened lately, that Alice had begun to think that very few things indeed were really impossible.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returns to the glass table and finds a bottle with a hanging label. A close composition places the bottle between Alice and the blocked garden.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$$Observant discovery, gentle suspense$$ There seemed to be no use in waiting by the little door, so she went back to the table, half hoping she might find another key on it, or at any rate a book of rules for shutting people up like telescopes: /  this time she found a little bottle on it, ( // [Alice: Surprised, tentative] ‘which certainly was not here before,’ // $$Observant discovery, gentle suspense$$  said Alice,) and round the neck of the bottle was a paper label, with the words  // $$Observant discovery, gentle suspense$$ ‘DRINK ME’ // $$Observant discovery, gentle suspense$$  beautifully printed on it in large letters.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studies the bottle label before drinking. Her fingertip traces the lettering. No invented danger is shown as an event. Cross-hatching, paper texture, consistent Alice design, no colour. Visual interpretation, not a claim about the author’s intent.</a:t>
            </a:r>
          </a:p>
          <a:p xmlns:a="http://schemas.openxmlformats.org/drawingml/2006/main">
            <a:r>
              <a:t>Complete panel score:</a:t>
            </a:r>
          </a:p>
          <a:p xmlns:a="http://schemas.openxmlformats.org/drawingml/2006/main">
            <a:r>
              <a:t>$$Patient explanation, clear warning without menace$$ It was all very well to say  // $$Patient explanation, clear warning without menace$$ ‘Drink me,’ // $$Patient explanation, clear warning without menace$$  but the wise little Alice was not going to do THAT in a hurry. //   // [Alice: Cautious, inspecting] ‘No, I’ll look first,’ // $$Patient explanation, clear warning without menace$$  she said,  // [Alice: Cautious, inspecting] ‘and see whether it’s marked “poison” or not’ // $$Patient explanation, clear warning without menace$$ ; /  for she had read several nice little histories about children who had got burnt, and eaten up by wild beasts and other unpleasant things, all because they WOULD not remember the simple rules their friends had taught them: /  such as, that a red-hot poker will burn you if you hold it too long; /  and that if you cut your finger VERY deeply with a knife, it usually bleeds; /  and she had never forgotten that, if you drink much from a bottle marked  // $$Patient explanation, clear warning without menace$$ ‘poison,’ // $$Patient explanation, clear warning without menace$$  it is almost certain to disagree with you, sooner or later.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studies the bottle label before drinking. Her fingertip traces the lettering. No invented danger is shown as an event. Cross-hatching, paper texture, consistent Alice design, no colour. Visual interpretation, not a claim about the author’s intent.</a:t>
            </a:r>
          </a:p>
          <a:p xmlns:a="http://schemas.openxmlformats.org/drawingml/2006/main">
            <a:r>
              <a:t>Complete panel score:</a:t>
            </a:r>
          </a:p>
          <a:p xmlns:a="http://schemas.openxmlformats.org/drawingml/2006/main">
            <a:r>
              <a:t>$$Patient explanation, clear warning without menace$$ It was all very well to say  // $$Patient explanation, clear warning without menace$$ ‘Drink me,’ // $$Patient explanation, clear warning without menace$$  but the wise little Alice was not going to do THAT in a hurry. //   // [Alice: Cautious, inspecting] ‘No, I’ll look first,’ // $$Patient explanation, clear warning without menace$$  she said,  // [Alice: Cautious, inspecting] ‘and see whether it’s marked “poison” or not’ // $$Patient explanation, clear warning without menace$$ ; /  for she had read several nice little histories about children who had got burnt, and eaten up by wild beasts and other unpleasant things, all because they WOULD not remember the simple rules their friends had taught them: /  such as, that a red-hot poker will burn you if you hold it too long; /  and that if you cut your finger VERY deeply with a knife, it usually bleeds; /  and she had never forgotten that, if you drink much from a bottle marked  // $$Patient explanation, clear warning without menace$$ ‘poison,’ // $$Patient explanation, clear warning without menace$$  it is almost certain to disagree with you, sooner or later.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tastes from the bottle, then finishes it. Small food silhouettes may appear as thought imagery around the bottle, never as objects in the hall. Cross-hatching, paper texture, consistent Alice design, no colour. Visual interpretation, not a claim about the author’s intent.</a:t>
            </a:r>
          </a:p>
          <a:p xmlns:a="http://schemas.openxmlformats.org/drawingml/2006/main">
            <a:r>
              <a:t>Complete panel score:</a:t>
            </a:r>
          </a:p>
          <a:p xmlns:a="http://schemas.openxmlformats.org/drawingml/2006/main">
            <a:r>
              <a:t>$$Warm catalogue of flavours, then a beat$$ However, this bottle was NOT marked  // $$Warm catalogue of flavours, then a beat$$ ‘poison,’ // $$Warm catalogue of flavours, then a beat$$  so Alice ventured to taste it, and finding it very nice, (it had, in fact, a sort of mixed flavour of cherry-tart, custard, pine-apple, roast turkey, toffee, and hot buttered toast,) she very soon finished it off. //  * *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shrinks beside the table leg. Keep the table fixed and show her changing height through two ghosted contours.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[Alice: Surprise, testing her body] ‘What a curious feeling!’ // $$Wonder held in restraint$$  said Alice; /   // [Alice: Surprise, testing her body] ‘I must be shutting up like a telescope.’ // $$Wonder held in restraint$$  And so it was indeed: /  she was now only ten inches high, and her face brightened up at the thought that she was now the right size for going through the little door into that lovely garden.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waits beside an imagined candle flame that dwindles in a thought inset. Her body remains visible in the real hall. Cross-hatching, paper texture, consistent Alice design, no colour. Visual interpretation, not a claim about the author’s intent.</a:t>
            </a:r>
          </a:p>
          <a:p xmlns:a="http://schemas.openxmlformats.org/drawingml/2006/main">
            <a:r>
              <a:t>Complete panel score:</a:t>
            </a:r>
          </a:p>
          <a:p xmlns:a="http://schemas.openxmlformats.org/drawingml/2006/main">
            <a:r>
              <a:t>$$Quiet uncertainty, slow the imagined disappearance$$ First, however, she waited for a few minutes to see if she was going to shrink any further: /  she felt a little nervous about this; /   // [Alice: Small voice, worried inquiry] ‘for it might end, you know,’ // $$Quiet uncertainty, slow the imagined disappearance$$  said Alice to herself,  // [Alice: Small voice, worried inquiry] ‘in my going out altogether, like a candle. //  I wonder what I should be like then?’ // $$Quiet uncertainty, slow the imagined disappearance$$  And she tried to fancy what the flame of a candle is like after the candle is blown out, for she could not remember ever having seen such a thing.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waits beside an imagined candle flame that dwindles in a thought inset. Her body remains visible in the real hall. Cross-hatching, paper texture, consistent Alice design, no colour. Visual interpretation, not a claim about the author’s intent.</a:t>
            </a:r>
          </a:p>
          <a:p xmlns:a="http://schemas.openxmlformats.org/drawingml/2006/main">
            <a:r>
              <a:t>Complete panel score:</a:t>
            </a:r>
          </a:p>
          <a:p xmlns:a="http://schemas.openxmlformats.org/drawingml/2006/main">
            <a:r>
              <a:t>$$Quiet uncertainty, slow the imagined disappearance$$ First, however, she waited for a few minutes to see if she was going to shrink any further: /  she felt a little nervous about this; /   // [Alice: Small voice, worried inquiry] ‘for it might end, you know,’ // $$Quiet uncertainty, slow the imagined disappearance$$  said Alice to herself,  // [Alice: Small voice, worried inquiry] ‘in my going out altogether, like a candle. //  I wonder what I should be like then?’ // $$Quiet uncertainty, slow the imagined disappearance$$  And she tried to fancy what the flame of a candle is like after the candle is blown out, for she could not remember ever having seen such a thing.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Tiny Alice looks upward through the glass tabletop at the key. She tries climbing a slippery leg, then sits below it. Cross-hatching, paper texture, consistent Alice design, no colour. Visual interpretation, not a claim about the author’s intent.</a:t>
            </a:r>
          </a:p>
          <a:p xmlns:a="http://schemas.openxmlformats.org/drawingml/2006/main">
            <a:r>
              <a:t>Complete panel score:</a:t>
            </a:r>
          </a:p>
          <a:p xmlns:a="http://schemas.openxmlformats.org/drawingml/2006/main">
            <a:r>
              <a:t>$$Hope turns to frustration$$ After a while, finding that nothing more happened, she decided on going into the garden at once; /  but, alas for poor Alice! //  when she got to the door, she found she had forgotten the little golden key, and when she went back to the table for it, she found she could not possibly reach it: /  she could see it quite plainly through the glass, and she tried her best to climb up one of the legs of the table, but it was too slippery; /  and when she had tired herself out with trying, the poor little thing sat down and cried.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sits beneath the table and scolds herself. A faint mirrored silhouette represents her self-address, not a second real person.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[Alice: Firm self-command, then discouraged] ‘Come, there’s no use in crying like that!’ // $$Dry, affectionate irony in the commentary$$  said Alice to herself, rather sharply; /   // [Alice: Firm self-command, then discouraged] ‘I advise you to leave off this minute!’ // $$Dry, affectionate irony in the commentary$$  She generally gave herself very good advice, (though she very seldom followed it), and sometimes she scolded herself so severely as to bring tears into her eyes; /  and once she remembered trying to box her own ears for having cheated herself in a game of croquet she was playing against herself, for this curious child was very fond of pretending to be two people. //   // [Alice: Firm self-command, then discouraged] ‘But it’s no use now,’ // $$Dry, affectionate irony in the commentary$$  thought poor Alice,  // [Alice: Firm self-command, then discouraged] ‘to pretend to be two people! //  Why, there’s hardly enough of me left to make ONE respectable person!’ // $$Dry, affectionate irony in the commentary$$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sits beneath the table and scolds herself. A faint mirrored silhouette represents her self-address, not a second real person.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[Alice: Firm self-command, then discouraged] ‘Come, there’s no use in crying like that!’ // $$Dry, affectionate irony in the commentary$$  said Alice to herself, rather sharply; /   // [Alice: Firm self-command, then discouraged] ‘I advise you to leave off this minute!’ // $$Dry, affectionate irony in the commentary$$  She generally gave herself very good advice, (though she very seldom followed it), and sometimes she scolded herself so severely as to bring tears into her eyes; /  and once she remembered trying to box her own ears for having cheated herself in a game of croquet she was playing against herself, for this curious child was very fond of pretending to be two people. //   // [Alice: Firm self-command, then discouraged] ‘But it’s no use now,’ // $$Dry, affectionate irony in the commentary$$  thought poor Alice,  // [Alice: Firm self-command, then discouraged] ‘to pretend to be two people! //  Why, there’s hardly enough of me left to make ONE respectable person!’ // $$Dry, affectionate irony in the commentary$$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opens a little glass box containing a cake marked EAT ME. Ground-level view makes the table legs tower behind.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 new possibility, measured anticipation$$ Soon her eye fell on a little glass box that was lying under the table: /  she opened it, and found in it a very small cake, on which the words  // $$A new possibility, measured anticipation$$ ‘EAT ME’ // $$A new possibility, measured anticipation$$  were beautifully marked in currants. //   // [Alice: Practical resolve, determined] ‘Well, I’ll eat it,’ // $$A new possibility, measured anticipation$$  said Alice,  // [Alice: Practical resolve, determined] ‘and if it makes me grow larger, I can reach the key; /  and if it makes me grow smaller, I can creep under the door; /  so either way I’ll get into the garden, and I don’t care which happens!’ // $$A new possibility, measured anticipation$$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opens a little glass box containing a cake marked EAT ME. Ground-level view makes the table legs tower behind. Cross-hatching, paper texture, consistent Alice design, no colour. Visual interpretation, not a claim about the author’s intent.</a:t>
            </a:r>
          </a:p>
          <a:p xmlns:a="http://schemas.openxmlformats.org/drawingml/2006/main">
            <a:r>
              <a:t>Complete panel score:</a:t>
            </a:r>
          </a:p>
          <a:p xmlns:a="http://schemas.openxmlformats.org/drawingml/2006/main">
            <a:r>
              <a:t>$$A new possibility, measured anticipation$$ Soon her eye fell on a little glass box that was lying under the table: /  she opened it, and found in it a very small cake, on which the words  // $$A new possibility, measured anticipation$$ ‘EAT ME’ // $$A new possibility, measured anticipation$$  were beautifully marked in currants. //   // [Alice: Practical resolve, determined] ‘Well, I’ll eat it,’ // $$A new possibility, measured anticipation$$  said Alice,  // [Alice: Practical resolve, determined] ‘and if it makes me grow larger, I can reach the key; /  and if it makes me grow smaller, I can creep under the door; /  so either way I’ll get into the garden, and I don’t care which happens!’ // $$A new possibility, measured anticipation$$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rests a hand on her head while tasting the cake. Her unchanged height contrasts with imagined arrows pointing upward and downward. Cross-hatching, paper texture, consistent Alice design, no colour. Visual interpretation, not a claim about the author’s intent.</a:t>
            </a:r>
          </a:p>
          <a:p xmlns:a="http://schemas.openxmlformats.org/drawingml/2006/main">
            <a:r>
              <a:t>Complete panel score:</a:t>
            </a:r>
          </a:p>
          <a:p xmlns:a="http://schemas.openxmlformats.org/drawingml/2006/main">
            <a:r>
              <a:t>$$Wait with her, then restore a conversational rhythm$$ She ate a little bit, and said anxiously to herself,  // [Alice: Anxious expectation, then perplexed] ‘Which way? //  Which way?’ // $$Wait with her, then restore a conversational rhythm$$ , holding her hand on the top of her head to feel which way it was growing, and she was quite surprised to find that she remained the same size: /  to be sure, this generally happens when one eats cake, but Alice had got so much into the way of expecting nothing but out-of-the-way things to happen, that it seemed quite dull and stupid for life to go on in the common way. //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classic-fiction-and-nonfiction-with-lexis.md, Alice Chapter I.</a:t>
            </a:r>
          </a:p>
          <a:p xmlns:a="http://schemas.openxmlformats.org/drawingml/2006/main">
            <a:r>
              <a:t>The source extraction spells the opening as “A lice”. Preserved without correction. Markdown glossary links render as their visible words; their destinations remain in the supplied source. Front matter, the filename marker, and later chapters are outside this chapter.</a:t>
            </a:r>
          </a:p>
          <a:p xmlns:a="http://schemas.openxmlformats.org/drawingml/2006/main">
            <a:r>
              <a:t>Sketch prompt: Basic black and white pencil sketch, graphic novel art style. Alice finishes the cake beneath the glass table. Close the chapter on the empty box and her expectant face, without showing the next chapter. Cross-hatching, paper texture, consistent Alice design, no colour. Visual interpretation, not a claim about the author’s intent.</a:t>
            </a:r>
          </a:p>
          <a:p xmlns:a="http://schemas.openxmlformats.org/drawingml/2006/main">
            <a:r>
              <a:t>Complete panel score:</a:t>
            </a:r>
          </a:p>
          <a:p xmlns:a="http://schemas.openxmlformats.org/drawingml/2006/main">
            <a:r>
              <a:t>$$Conclusive, leave space afterward$$ So she set to work, and very soon finished off the cake.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f1a53e65714a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205c08ce224cef" /><Relationship Type="http://schemas.openxmlformats.org/officeDocument/2006/relationships/slideLayout" Target="/ppt/slideLayouts/slideLayout1.xml" Id="R7ca1cec9b31849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a1cec9b31849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690db7201d46e9" /><Relationship Type="http://schemas.openxmlformats.org/officeDocument/2006/relationships/notesSlide" Target="/ppt/notesSlides/notesSlide1.xml" Id="R52283e569dc944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7e67ce0f19403e" /><Relationship Type="http://schemas.openxmlformats.org/officeDocument/2006/relationships/notesSlide" Target="/ppt/notesSlides/notesSlide2.xml" Id="R768586606bce43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c976a737fb4a50" /><Relationship Type="http://schemas.openxmlformats.org/officeDocument/2006/relationships/notesSlide" Target="/ppt/notesSlides/notesSlide3.xml" Id="Rfa5e2f829de747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d7b220623f4b5c" /><Relationship Type="http://schemas.openxmlformats.org/officeDocument/2006/relationships/notesSlide" Target="/ppt/notesSlides/notesSlide4.xml" Id="Rb97cb482e0a14e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3eaf2863d249e6" /><Relationship Type="http://schemas.openxmlformats.org/officeDocument/2006/relationships/notesSlide" Target="/ppt/notesSlides/notesSlide5.xml" Id="Rd8b4a23cc70149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9439fae0da4564" /><Relationship Type="http://schemas.openxmlformats.org/officeDocument/2006/relationships/notesSlide" Target="/ppt/notesSlides/notesSlide6.xml" Id="Rdcf0684ae51045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0f4b0533ea47b5" /><Relationship Type="http://schemas.openxmlformats.org/officeDocument/2006/relationships/notesSlide" Target="/ppt/notesSlides/notesSlide7.xml" Id="R9370882c2f3842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152d3384ec4f03" /><Relationship Type="http://schemas.openxmlformats.org/officeDocument/2006/relationships/notesSlide" Target="/ppt/notesSlides/notesSlide8.xml" Id="R591ee95393424e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fce923b9a9457e" /><Relationship Type="http://schemas.openxmlformats.org/officeDocument/2006/relationships/notesSlide" Target="/ppt/notesSlides/notesSlide9.xml" Id="R076d5bef773248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f43d6b69c04bf0" /><Relationship Type="http://schemas.openxmlformats.org/officeDocument/2006/relationships/notesSlide" Target="/ppt/notesSlides/notesSlide10.xml" Id="R8801c57c8e1f49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753e70851b4881" /><Relationship Type="http://schemas.openxmlformats.org/officeDocument/2006/relationships/notesSlide" Target="/ppt/notesSlides/notesSlide11.xml" Id="R8f7edbbf5ba648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13d1c157d14842" /><Relationship Type="http://schemas.openxmlformats.org/officeDocument/2006/relationships/notesSlide" Target="/ppt/notesSlides/notesSlide12.xml" Id="R17acef032ae543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4d77c565cc49fe" /><Relationship Type="http://schemas.openxmlformats.org/officeDocument/2006/relationships/notesSlide" Target="/ppt/notesSlides/notesSlide13.xml" Id="Rccfa6b56588e4b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a10d6cd8a14e5b" /><Relationship Type="http://schemas.openxmlformats.org/officeDocument/2006/relationships/notesSlide" Target="/ppt/notesSlides/notesSlide14.xml" Id="R7b585f8d342446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eeb24159314d95" /><Relationship Type="http://schemas.openxmlformats.org/officeDocument/2006/relationships/notesSlide" Target="/ppt/notesSlides/notesSlide15.xml" Id="R9404df49656443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04b5ee22b34a2f" /><Relationship Type="http://schemas.openxmlformats.org/officeDocument/2006/relationships/notesSlide" Target="/ppt/notesSlides/notesSlide16.xml" Id="R3ed0a3149d4c4f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40faf1baa54b60" /><Relationship Type="http://schemas.openxmlformats.org/officeDocument/2006/relationships/notesSlide" Target="/ppt/notesSlides/notesSlide17.xml" Id="R5cf6a7c371244c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c545bfa5be14f45" /><Relationship Type="http://schemas.openxmlformats.org/officeDocument/2006/relationships/notesSlide" Target="/ppt/notesSlides/notesSlide18.xml" Id="R167a06657e9f4b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4286eec9634b65" /><Relationship Type="http://schemas.openxmlformats.org/officeDocument/2006/relationships/notesSlide" Target="/ppt/notesSlides/notesSlide19.xml" Id="R2ffaed84fa4b49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7eb86cca59c428b" /><Relationship Type="http://schemas.openxmlformats.org/officeDocument/2006/relationships/notesSlide" Target="/ppt/notesSlides/notesSlide20.xml" Id="Ra2edc464e21044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a92f7aa4b74a5b" /><Relationship Type="http://schemas.openxmlformats.org/officeDocument/2006/relationships/notesSlide" Target="/ppt/notesSlides/notesSlide21.xml" Id="R9a9a1716588c49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716798f5174926" /><Relationship Type="http://schemas.openxmlformats.org/officeDocument/2006/relationships/notesSlide" Target="/ppt/notesSlides/notesSlide22.xml" Id="R6a95ff10c9554d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71fb5ff02b49af" /><Relationship Type="http://schemas.openxmlformats.org/officeDocument/2006/relationships/notesSlide" Target="/ppt/notesSlides/notesSlide23.xml" Id="R07c248ee6bef40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f98038625084ab2" /><Relationship Type="http://schemas.openxmlformats.org/officeDocument/2006/relationships/notesSlide" Target="/ppt/notesSlides/notesSlide24.xml" Id="Ra96f40e2a63648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315f83374da46b6" /><Relationship Type="http://schemas.openxmlformats.org/officeDocument/2006/relationships/notesSlide" Target="/ppt/notesSlides/notesSlide25.xml" Id="R5376db922dc04a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2335ca5b4e1442e" /><Relationship Type="http://schemas.openxmlformats.org/officeDocument/2006/relationships/notesSlide" Target="/ppt/notesSlides/notesSlide26.xml" Id="Rc54e53f0763e4d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c43254767734f38" /><Relationship Type="http://schemas.openxmlformats.org/officeDocument/2006/relationships/notesSlide" Target="/ppt/notesSlides/notesSlide27.xml" Id="R88025eee4aa04c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565ff4498834eda" /><Relationship Type="http://schemas.openxmlformats.org/officeDocument/2006/relationships/notesSlide" Target="/ppt/notesSlides/notesSlide28.xml" Id="Rae47d46a2c804d9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7c70fea4f1d4c54" /><Relationship Type="http://schemas.openxmlformats.org/officeDocument/2006/relationships/notesSlide" Target="/ppt/notesSlides/notesSlide29.xml" Id="R522fca737c6643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66f3308483a4eab" /><Relationship Type="http://schemas.openxmlformats.org/officeDocument/2006/relationships/notesSlide" Target="/ppt/notesSlides/notesSlide30.xml" Id="Rcbf3e1acc9124b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245108da155498d" /><Relationship Type="http://schemas.openxmlformats.org/officeDocument/2006/relationships/notesSlide" Target="/ppt/notesSlides/notesSlide31.xml" Id="Rc942d4cf56ae4ec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166a455f7dc4544" /><Relationship Type="http://schemas.openxmlformats.org/officeDocument/2006/relationships/notesSlide" Target="/ppt/notesSlides/notesSlide32.xml" Id="R2fc76f40b7de44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86316a858e1441d" /><Relationship Type="http://schemas.openxmlformats.org/officeDocument/2006/relationships/notesSlide" Target="/ppt/notesSlides/notesSlide33.xml" Id="R4eb5d1f04edd4cc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573a3aa1ff749d0" /><Relationship Type="http://schemas.openxmlformats.org/officeDocument/2006/relationships/notesSlide" Target="/ppt/notesSlides/notesSlide34.xml" Id="Rbb9ac2692ab648de" /></Relationships>
</file>

<file path=ppt/slides/slide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2B5610-4AE7-4D4A-9671-A1AD748B0844}"/>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P01 / The bank</a:t>
            </a:r>
          </a:p>
        </p:txBody>
      </p:sp>
      <p:sp>
        <p:nvSpPr>
          <p:cNvPr id="2" name="">
            <a:extLst xmlns:a="http://schemas.openxmlformats.org/drawingml/2006/main">
              <a:ext uri="{FF2B5EF4-FFF2-40B4-BE49-F238E27FC236}">
                <a16:creationId xmlns:a16="http://schemas.microsoft.com/office/drawing/2014/main" id="{574AA32D-0135-493C-969B-1A3F1AD91AA2}"/>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o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__/\__ |_|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BOOK //___\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~_~~_~~_~~_~~_~~_~~_~~_~~_~~_~~_~~_~~_~~_~~_~~_~~_~~_~~_~~_~~_~~_~~_~~_~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4D794F33-3FAA-4D7B-B861-5375B1A12D3F}"/>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$$Conversational, patient; let boredom settle$$ CHAPTER I. // Down the Rabbit-Hole A lice was beginning to get very tired of sitting by her sister on the bank, and of having nothing to do: / once or twice she had peeped into the book her sister was reading, but it had no pictures or conversations in it, // [Alice: Restless, questioning] ‘and what is the use of a book,’ // $$Conversational, patient; let boredom settle$$ thought Alice // [Alice: Restless, questioning] ‘without pictures or conversation?’ // $$Conversational, patient; let boredom settle$$ /// </a:t>
            </a:r>
          </a:p>
        </p:txBody>
      </p:sp>
      <p:sp>
        <p:nvSpPr>
          <p:cNvPr id="4" name="">
            <a:extLst xmlns:a="http://schemas.openxmlformats.org/drawingml/2006/main">
              <a:ext uri="{FF2B5EF4-FFF2-40B4-BE49-F238E27FC236}">
                <a16:creationId xmlns:a16="http://schemas.microsoft.com/office/drawing/2014/main" id="{CCDD5DE2-0BDA-4785-A417-9D81F7A1EA70}"/>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2BAA9390-CF96-43E4-9E9E-4D022D852902}"/>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321525588"/>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676C3F-1930-40F6-AAF0-C7ED243E7331}"/>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P02 / The interruption</a:t>
            </a:r>
          </a:p>
        </p:txBody>
      </p:sp>
      <p:sp>
        <p:nvSpPr>
          <p:cNvPr id="2" name="">
            <a:extLst xmlns:a="http://schemas.openxmlformats.org/drawingml/2006/main">
              <a:ext uri="{FF2B5EF4-FFF2-40B4-BE49-F238E27FC236}">
                <a16:creationId xmlns:a16="http://schemas.microsoft.com/office/drawing/2014/main" id="{632AC439-DEB5-46ED-B440-27F912367523}"/>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o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~_~~_~~_~~_~~_~~_~~_~~_~~_~~_~~_~~_~~_~~_~~_~~_~~_~~_~~_~~_~~_~~_~~_~~_~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0C18814A-DCEB-4587-ACE2-AA309208C1C8}"/>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$$Observant, slightly quicker at the arrival$$ So she was considering in her own mind (as well as she could, for the hot day made her feel very sleepy and stupid), whether the pleasure of making a daisy-chain would be worth the trouble of getting up and picking the daisies, when suddenly a White Rabbit with pink eyes ran close by her. // /// </a:t>
            </a:r>
          </a:p>
        </p:txBody>
      </p:sp>
      <p:sp>
        <p:nvSpPr>
          <p:cNvPr id="4" name="">
            <a:extLst xmlns:a="http://schemas.openxmlformats.org/drawingml/2006/main">
              <a:ext uri="{FF2B5EF4-FFF2-40B4-BE49-F238E27FC236}">
                <a16:creationId xmlns:a16="http://schemas.microsoft.com/office/drawing/2014/main" id="{838F7122-9826-4A6E-B248-A019FF94B6FE}"/>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DD16AB31-B3EB-4C5B-8D79-457924C17B32}"/>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472742235"/>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416FC4-9169-46E2-97F4-3E4F387C4B9B}"/>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P03 / The watch / 1 of 2</a:t>
            </a:r>
          </a:p>
        </p:txBody>
      </p:sp>
      <p:sp>
        <p:nvSpPr>
          <p:cNvPr id="2" name="">
            <a:extLst xmlns:a="http://schemas.openxmlformats.org/drawingml/2006/main">
              <a:ext uri="{FF2B5EF4-FFF2-40B4-BE49-F238E27FC236}">
                <a16:creationId xmlns:a16="http://schemas.microsoft.com/office/drawing/2014/main" id="{550804E3-7256-4724-9957-323F091C73B0}"/>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12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9   +   3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 o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6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~_~~_~~_~~_~~_~~_~~_~~_~~_~~_~~_~~_~~_~~_~~_~~_~~_~~_~~_~~_~~_~~_~~_~~_~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1A1A6AA8-80DE-40A9-8DBC-606C4EBD66E8}"/>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$$Matter-of-fact amusement, accelerate after the watch$$ There was nothing so VERY remarkable in that; / nor did Alice think it so VERY much out of the way to hear the Rabbit say to itself, // [White Rabbit: High pitch, clipped urgency] ‘Oh dear! // Oh dear! // I shall be late!’ // $$Matter-of-fact amusement, accelerate after the watch$$ (when she thought it over afterwards, it occurred to her that she ought to have wondered at this, but at the time it all seemed quite natural); / but when the Rabbit actually TOOK A WATCH OUT OF ITS WAISTCOAT-POCKET, and looked at it, and then hurried on, Alice started to her feet, for it flashed across her</a:t>
            </a:r>
          </a:p>
        </p:txBody>
      </p:sp>
      <p:sp>
        <p:nvSpPr>
          <p:cNvPr id="4" name="">
            <a:extLst xmlns:a="http://schemas.openxmlformats.org/drawingml/2006/main">
              <a:ext uri="{FF2B5EF4-FFF2-40B4-BE49-F238E27FC236}">
                <a16:creationId xmlns:a16="http://schemas.microsoft.com/office/drawing/2014/main" id="{2DACB72C-6EBD-4CC7-8C31-DB019EC9651A}"/>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3E93FEA2-F395-451D-9273-3CAEDB0F49FC}"/>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539165352"/>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C8A953-E879-45E2-B686-E2CB81C7810F}"/>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P03 / The watch / 2 of 2</a:t>
            </a:r>
          </a:p>
        </p:txBody>
      </p:sp>
      <p:sp>
        <p:nvSpPr>
          <p:cNvPr id="2" name="">
            <a:extLst xmlns:a="http://schemas.openxmlformats.org/drawingml/2006/main">
              <a:ext uri="{FF2B5EF4-FFF2-40B4-BE49-F238E27FC236}">
                <a16:creationId xmlns:a16="http://schemas.microsoft.com/office/drawing/2014/main" id="{755B2C2B-9289-4E21-8974-39647671562B}"/>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12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9   +   3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 o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6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~_~~_~~_~~_~~_~~_~~_~~_~~_~~_~~_~~_~~_~~_~~_~~_~~_~~_~~_~~_~~_~~_~~_~~_~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05A9C23C-2AE0-4085-9C4A-123509D67C8A}"/>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mind that she had never before seen a rabbit with either a waistcoat-pocket, or a watch to take out of it, and burning with curiosity, she ran across the field after it, and fortunately was just in time to see it pop down a large rabbit-hole under the hedge. // /// </a:t>
            </a:r>
          </a:p>
        </p:txBody>
      </p:sp>
      <p:sp>
        <p:nvSpPr>
          <p:cNvPr id="4" name="">
            <a:extLst xmlns:a="http://schemas.openxmlformats.org/drawingml/2006/main">
              <a:ext uri="{FF2B5EF4-FFF2-40B4-BE49-F238E27FC236}">
                <a16:creationId xmlns:a16="http://schemas.microsoft.com/office/drawing/2014/main" id="{3541ED59-E713-4175-9CCE-2E02C8EDCEB9}"/>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BCFCC0CC-C79F-4327-BED3-DB9C630B733F}"/>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305586707"/>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E40490-6C27-483E-A5C1-C5DB20D9BC1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P04 / The threshold</a:t>
            </a:r>
          </a:p>
        </p:txBody>
      </p:sp>
      <p:sp>
        <p:nvSpPr>
          <p:cNvPr id="2" name="">
            <a:extLst xmlns:a="http://schemas.openxmlformats.org/drawingml/2006/main">
              <a:ext uri="{FF2B5EF4-FFF2-40B4-BE49-F238E27FC236}">
                <a16:creationId xmlns:a16="http://schemas.microsoft.com/office/drawing/2014/main" id="{97D64757-EF3A-4C50-B551-4F08ACE376D2}"/>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RABBIT HOLE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o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~_~~_~~_~~_~~_~~_~~_~~_~~_~~_~~_~~_~|_~~_~~_~~_~~_~~_~~_~~_~~|~~_~~_~~_~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FCD6CBF1-0F64-4C7F-8125-AC1FF9082007}"/>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$$Gather pace, then suspend at the fall$$ In another moment down went Alice after it, never once considering how in the world she was to get out again. // The rabbit-hole went straight on like a tunnel for some way, and then dipped suddenly down, so suddenly that Alice had not a moment to think about stopping herself before she found herself falling down a very deep well. // /// </a:t>
            </a:r>
          </a:p>
        </p:txBody>
      </p:sp>
      <p:sp>
        <p:nvSpPr>
          <p:cNvPr id="4" name="">
            <a:extLst xmlns:a="http://schemas.openxmlformats.org/drawingml/2006/main">
              <a:ext uri="{FF2B5EF4-FFF2-40B4-BE49-F238E27FC236}">
                <a16:creationId xmlns:a16="http://schemas.microsoft.com/office/drawing/2014/main" id="{DE9809FF-37BD-44BB-BEC8-F74576950C96}"/>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FA575D9A-6F9A-4860-A8FC-8AFF9CF489B5}"/>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0110765"/>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22B126-2FB7-406B-B866-1519ECEEB872}"/>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P05 / The well</a:t>
            </a:r>
          </a:p>
        </p:txBody>
      </p:sp>
      <p:sp>
        <p:nvSpPr>
          <p:cNvPr id="2" name="">
            <a:extLst xmlns:a="http://schemas.openxmlformats.org/drawingml/2006/main">
              <a:ext uri="{FF2B5EF4-FFF2-40B4-BE49-F238E27FC236}">
                <a16:creationId xmlns:a16="http://schemas.microsoft.com/office/drawing/2014/main" id="{A3F85E3F-CF32-4F95-9C12-B7F51B766035}"/>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95BEB0F2-E03A-4756-8E1F-70EF3FC5995B}"/>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$$Unhurried, wonder without alarm$$ Either the well was very deep, or she fell very slowly, for she had plenty of time as she went down to look about her and to wonder what was going to happen next. // First, she tried to look down and make out what she was coming to, but it was too dark to see anything; / then she looked at the sides of the well, and noticed that they were filled with cupboards and book-shelves; / here and there she saw maps and pictures hung upon pegs. // /// </a:t>
            </a:r>
          </a:p>
        </p:txBody>
      </p:sp>
      <p:sp>
        <p:nvSpPr>
          <p:cNvPr id="4" name="">
            <a:extLst xmlns:a="http://schemas.openxmlformats.org/drawingml/2006/main">
              <a:ext uri="{FF2B5EF4-FFF2-40B4-BE49-F238E27FC236}">
                <a16:creationId xmlns:a16="http://schemas.microsoft.com/office/drawing/2014/main" id="{632872F5-EC7A-4C3B-9319-D4B84184BD2B}"/>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7BB6A564-4B09-4BA2-A445-77CD6DF8F9C9}"/>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586282207"/>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A350BD-42FE-4A5D-9C45-1AD12D28901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P06 / The jar</a:t>
            </a:r>
          </a:p>
        </p:txBody>
      </p:sp>
      <p:sp>
        <p:nvSpPr>
          <p:cNvPr id="2" name="">
            <a:extLst xmlns:a="http://schemas.openxmlformats.org/drawingml/2006/main">
              <a:ext uri="{FF2B5EF4-FFF2-40B4-BE49-F238E27FC236}">
                <a16:creationId xmlns:a16="http://schemas.microsoft.com/office/drawing/2014/main" id="{6FB180DB-0586-4352-87B3-5594E10136BB}"/>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|ORANGE|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||[__][___]|EMPTY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4A41AE8D-E8E7-4FC5-94F1-1667277E0491}"/>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$$Dry humour, slight pause before empty$$ She took down a jar from one of the shelves as she passed; / it was labelled // $$Dry humour, slight pause before empty$$ ‘ORANGE MARMALADE’ // $$Dry humour, slight pause before empty$$ , but to her great disappointment it was empty: / she did not like to drop the jar for fear of killing somebody, so managed to put it into one of the cupboards as she fell past it. // /// </a:t>
            </a:r>
          </a:p>
        </p:txBody>
      </p:sp>
      <p:sp>
        <p:nvSpPr>
          <p:cNvPr id="4" name="">
            <a:extLst xmlns:a="http://schemas.openxmlformats.org/drawingml/2006/main">
              <a:ext uri="{FF2B5EF4-FFF2-40B4-BE49-F238E27FC236}">
                <a16:creationId xmlns:a16="http://schemas.microsoft.com/office/drawing/2014/main" id="{089A7DA4-6D9F-4AC4-96D2-84A075585EB1}"/>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F622B1EE-1DE4-4455-9032-FA1F565B11CA}"/>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226507359"/>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7CCF65-82A7-4576-9DE2-DD018AA2BD64}"/>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P07 / Bravery imagined</a:t>
            </a:r>
          </a:p>
        </p:txBody>
      </p:sp>
      <p:sp>
        <p:nvSpPr>
          <p:cNvPr id="2" name="">
            <a:extLst xmlns:a="http://schemas.openxmlformats.org/drawingml/2006/main">
              <a:ext uri="{FF2B5EF4-FFF2-40B4-BE49-F238E27FC236}">
                <a16:creationId xmlns:a16="http://schemas.microsoft.com/office/drawing/2014/main" id="{306074C0-F278-4E3E-8141-0700DF066B78}"/>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HOME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C17D485C-B48D-43E0-AD85-6407B102F06E}"/>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[Alice: Self-reassuring, buoyant] ‘Well!’ // $$Wry aside, understated$$ thought Alice to herself, // [Alice: Self-reassuring, buoyant] ‘after such a fall as this, I shall think nothing of tumbling down stairs! // How brave they’ll all think me at home! // Why, I wouldn’t say anything about it, even if I fell off the top of the house!’ // $$Wry aside, understated$$ (Which was very likely true.) /// </a:t>
            </a:r>
          </a:p>
        </p:txBody>
      </p:sp>
      <p:sp>
        <p:nvSpPr>
          <p:cNvPr id="4" name="">
            <a:extLst xmlns:a="http://schemas.openxmlformats.org/drawingml/2006/main">
              <a:ext uri="{FF2B5EF4-FFF2-40B4-BE49-F238E27FC236}">
                <a16:creationId xmlns:a16="http://schemas.microsoft.com/office/drawing/2014/main" id="{533B8FD9-5828-41D4-9263-5ED862A8571F}"/>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58198798-08C8-4907-8842-A98AA165E1FD}"/>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454906216"/>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7177C3-8E40-4C7D-A02C-9CEE8E434A04}"/>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P08 / The distance / 1 of 2</a:t>
            </a:r>
          </a:p>
        </p:txBody>
      </p:sp>
      <p:sp>
        <p:nvSpPr>
          <p:cNvPr id="2" name="">
            <a:extLst xmlns:a="http://schemas.openxmlformats.org/drawingml/2006/main">
              <a:ext uri="{FF2B5EF4-FFF2-40B4-BE49-F238E27FC236}">
                <a16:creationId xmlns:a16="http://schemas.microsoft.com/office/drawing/2014/main" id="{49B0F521-542F-42BF-9D3B-85224D223CA9}"/>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 EARTH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F43E9C3E-2D09-4520-A998-CFC585981374}"/>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$$Measured descent, light irony in the aside$$ Down, down, down. // Would the fall NEVER come to an end! // // [Alice: Schoolroom confidence with uncertainty] ‘I wonder how many miles I’ve fallen by this time?’ // $$Measured descent, light irony in the aside$$ she said aloud. // // [Alice: Schoolroom confidence with uncertainty] ‘I must be getting somewhere near the centre of the earth. // Let me see: / that would be four thousand miles down, I think — ’ // $$Measured descent, light irony in the aside$$ (for, you see, Alice had learnt several things of this sort in her lessons in the schoolroom, and though this was not a VERY good opportunity</a:t>
            </a:r>
          </a:p>
        </p:txBody>
      </p:sp>
      <p:sp>
        <p:nvSpPr>
          <p:cNvPr id="4" name="">
            <a:extLst xmlns:a="http://schemas.openxmlformats.org/drawingml/2006/main">
              <a:ext uri="{FF2B5EF4-FFF2-40B4-BE49-F238E27FC236}">
                <a16:creationId xmlns:a16="http://schemas.microsoft.com/office/drawing/2014/main" id="{388409FC-0099-47F2-9476-03B8B6FE0326}"/>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371AAD1A-8D4E-4A20-92D3-0639454A2D95}"/>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829384015"/>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AC09DC-4401-4912-A8F2-0E92B4819432}"/>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P08 / The distance / 2 of 2</a:t>
            </a:r>
          </a:p>
        </p:txBody>
      </p:sp>
      <p:sp>
        <p:nvSpPr>
          <p:cNvPr id="2" name="">
            <a:extLst xmlns:a="http://schemas.openxmlformats.org/drawingml/2006/main">
              <a:ext uri="{FF2B5EF4-FFF2-40B4-BE49-F238E27FC236}">
                <a16:creationId xmlns:a16="http://schemas.microsoft.com/office/drawing/2014/main" id="{6A053438-5A8E-431D-B332-5C46638A91CE}"/>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 EARTH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4110982B-C1AE-488C-88A0-03637EE7E87F}"/>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for showing off her knowledge, as there was no one to listen to her, still it was good practice to say it over) // [Alice: Schoolroom confidence with uncertainty] ‘ — yes, that’s about the right distance — but then I wonder what Latitude or Longitude I’ve got to?’ // $$Measured descent, light irony in the aside$$ (Alice had no idea what Latitude was, or Longitude either, but thought they were nice grand words to say.) /// </a:t>
            </a:r>
          </a:p>
        </p:txBody>
      </p:sp>
      <p:sp>
        <p:nvSpPr>
          <p:cNvPr id="4" name="">
            <a:extLst xmlns:a="http://schemas.openxmlformats.org/drawingml/2006/main">
              <a:ext uri="{FF2B5EF4-FFF2-40B4-BE49-F238E27FC236}">
                <a16:creationId xmlns:a16="http://schemas.microsoft.com/office/drawing/2014/main" id="{5B8524A0-B15D-4093-8338-1B29A7E47662}"/>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353AE6E5-6BB9-4BC1-839D-062E46B5C47A}"/>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47571781"/>
      </p:ext>
    </p:extLst>
  </p:cSld>
</p:sld>
</file>

<file path=ppt/slides/slide1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25BC62-E5BD-4D0B-8C69-78DB96D0FF6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P09 / The other side / 1 of 2</a:t>
            </a:r>
          </a:p>
        </p:txBody>
      </p:sp>
      <p:sp>
        <p:nvSpPr>
          <p:cNvPr id="2" name="">
            <a:extLst xmlns:a="http://schemas.openxmlformats.org/drawingml/2006/main">
              <a:ext uri="{FF2B5EF4-FFF2-40B4-BE49-F238E27FC236}">
                <a16:creationId xmlns:a16="http://schemas.microsoft.com/office/drawing/2014/main" id="{E895321C-7325-4F20-86AE-C7E4E418C054}"/>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AUSTRALIA?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C0825A94-4C7B-4DDD-B712-08C62CFE6ADA}"/>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$$Light, conversational, allow the joke to land$$ Presently she began again. // // [Alice: Polite rehearsal, then embarrassed] ‘I wonder if I shall fall right THROUGH the earth! // How funny it’ll seem to come out among the people that walk with their heads downward! // The Antipathies, I think — ’ // $$Light, conversational, allow the joke to land$$ (she was rather glad there WAS no one listening, this time, as it didn’t sound at all the right word) // [Alice: Polite rehearsal, then embarrassed] ‘ — but I shall have to ask them what the name of the country is, you know. // Please, Ma’am, is this New Zealand or Australia?’ // $$Light,</a:t>
            </a:r>
          </a:p>
        </p:txBody>
      </p:sp>
      <p:sp>
        <p:nvSpPr>
          <p:cNvPr id="4" name="">
            <a:extLst xmlns:a="http://schemas.openxmlformats.org/drawingml/2006/main">
              <a:ext uri="{FF2B5EF4-FFF2-40B4-BE49-F238E27FC236}">
                <a16:creationId xmlns:a16="http://schemas.microsoft.com/office/drawing/2014/main" id="{1B5A7ACD-9A96-41C7-B075-838EF525B1D9}"/>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85601820-4BFE-4BDE-B7C1-49E066FEB6A7}"/>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2084148106"/>
      </p:ext>
    </p:extLst>
  </p:cSld>
</p:sld>
</file>

<file path=ppt/slides/slide1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5A36A4-C448-48E7-9074-DC9966584E9F}"/>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P09 / The other side / 2 of 2</a:t>
            </a:r>
          </a:p>
        </p:txBody>
      </p:sp>
      <p:sp>
        <p:nvSpPr>
          <p:cNvPr id="2" name="">
            <a:extLst xmlns:a="http://schemas.openxmlformats.org/drawingml/2006/main">
              <a:ext uri="{FF2B5EF4-FFF2-40B4-BE49-F238E27FC236}">
                <a16:creationId xmlns:a16="http://schemas.microsoft.com/office/drawing/2014/main" id="{0F6F7A7C-E072-4A73-B621-E6DFCBBECE6B}"/>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AUSTRALIA?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697AD521-BE4D-4BD1-8DAC-0A08242BAC0F}"/>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conversational, allow the joke to land$$ (and she tried to curtsey as she spoke — fancy CURTSEYING as you’re falling through the air! // Do you think you could manage it?) // [Alice: Polite rehearsal, then embarrassed] ‘And what an ignorant little girl she’ll think me for asking! // No, it’ll never do to ask: / perhaps I shall see it written up somewhere.’ // $$Light, conversational, allow the joke to land$$ /// </a:t>
            </a:r>
          </a:p>
        </p:txBody>
      </p:sp>
      <p:sp>
        <p:nvSpPr>
          <p:cNvPr id="4" name="">
            <a:extLst xmlns:a="http://schemas.openxmlformats.org/drawingml/2006/main">
              <a:ext uri="{FF2B5EF4-FFF2-40B4-BE49-F238E27FC236}">
                <a16:creationId xmlns:a16="http://schemas.microsoft.com/office/drawing/2014/main" id="{73AA5C6A-F9A0-4A65-BB92-D5D7E4BD41E9}"/>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50BD5021-8AF1-4C3A-BB28-45F90FB904B0}"/>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356490947"/>
      </p:ext>
    </p:extLst>
  </p:cSld>
</p:sld>
</file>

<file path=ppt/slides/slide1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EF1D51-9CFF-4652-8F23-E63604B6AA4A}"/>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P10 / Dinah and bats / 1 of 2</a:t>
            </a:r>
          </a:p>
        </p:txBody>
      </p:sp>
      <p:sp>
        <p:nvSpPr>
          <p:cNvPr id="2" name="">
            <a:extLst xmlns:a="http://schemas.openxmlformats.org/drawingml/2006/main">
              <a:ext uri="{FF2B5EF4-FFF2-40B4-BE49-F238E27FC236}">
                <a16:creationId xmlns:a16="http://schemas.microsoft.com/office/drawing/2014/main" id="{57C15534-97BA-4C65-87C8-D30688FF24AA}"/>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o.o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&gt; ^ &lt;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A0C45CBD-5279-46AA-B034-E9B476266472}"/>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$$Softer and slower as sleep approaches$$ Down, down, down. // There was nothing else to do, so Alice soon began talking again. // // [Alice: Affectionate, becoming drowsy] ‘Dinah’ll miss me very much to-night, I should think!’ // $$Softer and slower as sleep approaches$$ (Dinah was the cat.) // [Alice: Affectionate, becoming drowsy] ‘I hope they’ll remember her saucer of milk at tea-time. // Dinah my dear! // I wish you were down here with me! // There are no mice in the air, I’m afraid, but you might catch a bat, and that’s very like a mouse, you know. // But do cats eat bats, I wonder?’ // $$Softer and slower as sleep approaches$$ And here</a:t>
            </a:r>
          </a:p>
        </p:txBody>
      </p:sp>
      <p:sp>
        <p:nvSpPr>
          <p:cNvPr id="4" name="">
            <a:extLst xmlns:a="http://schemas.openxmlformats.org/drawingml/2006/main">
              <a:ext uri="{FF2B5EF4-FFF2-40B4-BE49-F238E27FC236}">
                <a16:creationId xmlns:a16="http://schemas.microsoft.com/office/drawing/2014/main" id="{85456135-A1EA-4C45-BC0E-35146DFA6315}"/>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70A512F6-42B3-405D-92F2-CFE573DC8D17}"/>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553919631"/>
      </p:ext>
    </p:extLst>
  </p:cSld>
</p:sld>
</file>

<file path=ppt/slides/slide1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E883E2-1816-4E36-A70D-FD6136C142D9}"/>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P10 / Dinah and bats / 2 of 2</a:t>
            </a:r>
          </a:p>
        </p:txBody>
      </p:sp>
      <p:sp>
        <p:nvSpPr>
          <p:cNvPr id="2" name="">
            <a:extLst xmlns:a="http://schemas.openxmlformats.org/drawingml/2006/main">
              <a:ext uri="{FF2B5EF4-FFF2-40B4-BE49-F238E27FC236}">
                <a16:creationId xmlns:a16="http://schemas.microsoft.com/office/drawing/2014/main" id="{7C7405B8-4F95-4922-8DBC-186C5FC5E141}"/>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o.o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&gt; ^ &lt;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173CDF08-6A5D-44C0-BAC1-2132B19BF9D3}"/>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Alice began to get rather sleepy, and went on saying to herself, in a dreamy sort of way, // [Alice: Affectionate, becoming drowsy] ‘Do cats eat bats? // Do cats eat bats?’ // $$Softer and slower as sleep approaches$$ and sometimes, // [Alice: Affectionate, becoming drowsy] ‘Do bats eat cats?’ // $$Softer and slower as sleep approaches$$ for, you see, as she couldn’t answer either question, it didn’t much matter which way she put it. // /// </a:t>
            </a:r>
          </a:p>
        </p:txBody>
      </p:sp>
      <p:sp>
        <p:nvSpPr>
          <p:cNvPr id="4" name="">
            <a:extLst xmlns:a="http://schemas.openxmlformats.org/drawingml/2006/main">
              <a:ext uri="{FF2B5EF4-FFF2-40B4-BE49-F238E27FC236}">
                <a16:creationId xmlns:a16="http://schemas.microsoft.com/office/drawing/2014/main" id="{EC66E197-8C72-4158-9B46-703A110471E3}"/>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1C1AED46-3774-4075-9839-06A96B0D0ABA}"/>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90995554"/>
      </p:ext>
    </p:extLst>
  </p:cSld>
</p:sld>
</file>

<file path=ppt/slides/slide1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1D2965-BD67-41EA-B5D5-8FC6D5F8E49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P11 / The landing</a:t>
            </a:r>
          </a:p>
        </p:txBody>
      </p:sp>
      <p:sp>
        <p:nvSpPr>
          <p:cNvPr id="2" name="">
            <a:extLst xmlns:a="http://schemas.openxmlformats.org/drawingml/2006/main">
              <a:ext uri="{FF2B5EF4-FFF2-40B4-BE49-F238E27FC236}">
                <a16:creationId xmlns:a16="http://schemas.microsoft.com/office/drawing/2014/main" id="{17F1CF64-3041-4C67-8F35-81BE5A1BA9BD}"/>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 o o )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||[__][___]                              [___][_]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        [_/\][_]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THUMP!  THUMP!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9C225BB9-C846-4E1B-8F98-4956B40E1A61}"/>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$$Dreamy, then two precise impacts$$ She felt that she was dozing off, and had just begun to dream that she was walking hand in hand with Dinah, and saying to her very earnestly, // [Alice: Sleepy question, sudden alertness] ‘Now, Dinah, tell me the truth: / did you ever eat a bat?’ // $$Dreamy, then two precise impacts$$ when suddenly, thump! // thump! // down she came upon a heap of sticks and dry leaves, and the fall was over. // /// </a:t>
            </a:r>
          </a:p>
        </p:txBody>
      </p:sp>
      <p:sp>
        <p:nvSpPr>
          <p:cNvPr id="4" name="">
            <a:extLst xmlns:a="http://schemas.openxmlformats.org/drawingml/2006/main">
              <a:ext uri="{FF2B5EF4-FFF2-40B4-BE49-F238E27FC236}">
                <a16:creationId xmlns:a16="http://schemas.microsoft.com/office/drawing/2014/main" id="{074D07FD-9755-4DEF-BB2C-A9843E65F32D}"/>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3BE1E931-1044-4AC6-9C98-00B62DCFE8E1}"/>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910972195"/>
      </p:ext>
    </p:extLst>
  </p:cSld>
</p:sld>
</file>

<file path=ppt/slides/slide1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375616-1FA9-48C4-9588-AB05F29207FE}"/>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P12 / The pursuit / 1 of 2</a:t>
            </a:r>
          </a:p>
        </p:txBody>
      </p:sp>
      <p:sp>
        <p:nvSpPr>
          <p:cNvPr id="2" name="">
            <a:extLst xmlns:a="http://schemas.openxmlformats.org/drawingml/2006/main">
              <a:ext uri="{FF2B5EF4-FFF2-40B4-BE49-F238E27FC236}">
                <a16:creationId xmlns:a16="http://schemas.microsoft.com/office/drawing/2014/main" id="{C0D6D983-053C-45BF-A668-B6AB46C9ADD4}"/>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o o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       |     o |\ - /         |     o |       |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|_|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|/___\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3D994DA9-2D18-49D8-844E-F34BE018AA39}"/>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$$Pick up pace with the chase, settle in the hall$$ Alice was not a bit hurt, and she jumped up on to her feet in a moment: / she looked up, but it was all dark overhead; / before her was another long passage, and the White Rabbit was still in sight, hurrying down it. // There was not a moment to be lost: / away went Alice like the wind, and was just in time to hear it say, as it turned a corner, // [White Rabbit: High pitch, clipped urgency] ‘Oh my ears and whiskers, how late it’s getting!’ // $$Pick up pace with the chase, settle in the hall$$ She was close behind it when she turned the corner, but the Rabbit was no longer to be seen: / she</a:t>
            </a:r>
          </a:p>
        </p:txBody>
      </p:sp>
      <p:sp>
        <p:nvSpPr>
          <p:cNvPr id="4" name="">
            <a:extLst xmlns:a="http://schemas.openxmlformats.org/drawingml/2006/main">
              <a:ext uri="{FF2B5EF4-FFF2-40B4-BE49-F238E27FC236}">
                <a16:creationId xmlns:a16="http://schemas.microsoft.com/office/drawing/2014/main" id="{7237EBFF-52D1-46AA-B2C4-28DECA5DAC6B}"/>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AB057FC6-DD14-4439-9972-1541EBDBFBF4}"/>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979289337"/>
      </p:ext>
    </p:extLst>
  </p:cSld>
</p:sld>
</file>

<file path=ppt/slides/slide1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419977-F0FF-4745-B1B3-E04DB369774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P12 / The pursuit / 2 of 2</a:t>
            </a:r>
          </a:p>
        </p:txBody>
      </p:sp>
      <p:sp>
        <p:nvSpPr>
          <p:cNvPr id="2" name="">
            <a:extLst xmlns:a="http://schemas.openxmlformats.org/drawingml/2006/main">
              <a:ext uri="{FF2B5EF4-FFF2-40B4-BE49-F238E27FC236}">
                <a16:creationId xmlns:a16="http://schemas.microsoft.com/office/drawing/2014/main" id="{3E3B5C2E-E833-4CC9-B3EE-C671E7BDACE6}"/>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o o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       |     o |\ - /         |     o |       |     o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|_|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|/___\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42A66539-9C34-418F-B3AE-25F64378376C}"/>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found herself in a long, low hall, which was lit up by a row of lamps hanging from the roof. // There were doors all round the hall, but they were all locked; / and when Alice had been all the way down one side and up the other, trying every door, she walked sadly down the middle, wondering how she was ever to get out again. // /// </a:t>
            </a:r>
          </a:p>
        </p:txBody>
      </p:sp>
      <p:sp>
        <p:nvSpPr>
          <p:cNvPr id="4" name="">
            <a:extLst xmlns:a="http://schemas.openxmlformats.org/drawingml/2006/main">
              <a:ext uri="{FF2B5EF4-FFF2-40B4-BE49-F238E27FC236}">
                <a16:creationId xmlns:a16="http://schemas.microsoft.com/office/drawing/2014/main" id="{CA1AE0A2-DEA7-4A4D-BB36-9173DAC8EA45}"/>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BD2BE44D-1E18-4223-89E6-F3C0341F7333}"/>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56565371"/>
      </p:ext>
    </p:extLst>
  </p:cSld>
</p:sld>
</file>

<file path=ppt/slides/slide1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90C6BA-F1AE-442B-B1A6-E0C433BAB7CF}"/>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P13 / The key</a:t>
            </a:r>
          </a:p>
        </p:txBody>
      </p:sp>
      <p:sp>
        <p:nvSpPr>
          <p:cNvPr id="2" name="">
            <a:extLst xmlns:a="http://schemas.openxmlformats.org/drawingml/2006/main">
              <a:ext uri="{FF2B5EF4-FFF2-40B4-BE49-F238E27FC236}">
                <a16:creationId xmlns:a16="http://schemas.microsoft.com/office/drawing/2014/main" id="{512C5D25-DB63-4A16-B1F9-29795F69C4A7}"/>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KEY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CURTAIN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6B87D0C7-797E-4913-BEB2-B6643ABBF3F3}"/>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$$Curiosity rises, brighten at the fit$$ Suddenly she came upon a little three-legged table, all made of solid glass; / there was nothing on it except a tiny golden key, and Alice’s first thought was that it might belong to one of the doors of the hall; / but, alas! // either the locks were too large, or the key was too small, but at any rate it would not open any of them. // However, on the second time round, she came upon a low curtain she had not noticed before, and behind it was a little door about fifteen inches high: / she tried the little golden key in the lock, and to her great delight it fitted! // /// </a:t>
            </a:r>
          </a:p>
        </p:txBody>
      </p:sp>
      <p:sp>
        <p:nvSpPr>
          <p:cNvPr id="4" name="">
            <a:extLst xmlns:a="http://schemas.openxmlformats.org/drawingml/2006/main">
              <a:ext uri="{FF2B5EF4-FFF2-40B4-BE49-F238E27FC236}">
                <a16:creationId xmlns:a16="http://schemas.microsoft.com/office/drawing/2014/main" id="{66D66424-F6FE-4B9E-AE69-A5D623855EE1}"/>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EF6E34A4-E130-48AE-B5BA-0247BB754C5E}"/>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279335239"/>
      </p:ext>
    </p:extLst>
  </p:cSld>
</p:sld>
</file>

<file path=ppt/slides/slide1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0DDFA7-5C51-4D9F-A6AA-3B14E7BC6987}"/>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P14 / Beyond the door / 1 of 2</a:t>
            </a:r>
          </a:p>
        </p:txBody>
      </p:sp>
      <p:sp>
        <p:nvSpPr>
          <p:cNvPr id="2" name="">
            <a:extLst xmlns:a="http://schemas.openxmlformats.org/drawingml/2006/main">
              <a:ext uri="{FF2B5EF4-FFF2-40B4-BE49-F238E27FC236}">
                <a16:creationId xmlns:a16="http://schemas.microsoft.com/office/drawing/2014/main" id="{EFC5A16B-9BE2-4D1D-83A6-F2C0C0A68BFE}"/>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2DC94925-359B-4B4E-A75B-DE23EEF4D249}"/>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$$Open the phrasing for the garden; contract at the obstacle$$ Alice opened the door and found that it led into a small passage, not much larger than a rat-hole: / she knelt down and looked along the passage into the loveliest garden you ever saw. // How she longed to get out of that dark hall, and wander about among those beds of bright flowers and those cool fountains, but she could not even get her head through the doorway; / // [Alice: Longing, then inventive] ‘and even if my head would go through,’ // $$Open the phrasing for the garden; contract at the obstacle$$ thought poor Alice, // [Alice: Longing, then inventive] ‘it would be of</a:t>
            </a:r>
          </a:p>
        </p:txBody>
      </p:sp>
      <p:sp>
        <p:nvSpPr>
          <p:cNvPr id="4" name="">
            <a:extLst xmlns:a="http://schemas.openxmlformats.org/drawingml/2006/main">
              <a:ext uri="{FF2B5EF4-FFF2-40B4-BE49-F238E27FC236}">
                <a16:creationId xmlns:a16="http://schemas.microsoft.com/office/drawing/2014/main" id="{CF171855-178A-4FBA-A5CB-51B1D4907560}"/>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98023C31-B846-4501-AE4F-76C6B8AC48E3}"/>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412268034"/>
      </p:ext>
    </p:extLst>
  </p:cSld>
</p:sld>
</file>

<file path=ppt/slides/slide2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77109E-DC2E-4B53-A236-C90FC94AA653}"/>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P14 / Beyond the door / 2 of 2</a:t>
            </a:r>
          </a:p>
        </p:txBody>
      </p:sp>
      <p:sp>
        <p:nvSpPr>
          <p:cNvPr id="2" name="">
            <a:extLst xmlns:a="http://schemas.openxmlformats.org/drawingml/2006/main">
              <a:ext uri="{FF2B5EF4-FFF2-40B4-BE49-F238E27FC236}">
                <a16:creationId xmlns:a16="http://schemas.microsoft.com/office/drawing/2014/main" id="{E86C868F-3A13-4D70-9BAB-B80D398F771B}"/>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1CE868FE-3DF4-4F82-903B-1FB84C2C2F8D}"/>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very little use without my shoulders. // Oh, how I wish I could shut up like a telescope! // I think I could, if I only know how to begin.’ // $$Open the phrasing for the garden; contract at the obstacle$$ For, you see, so many out-of-the-way things had happened lately, that Alice had begun to think that very few things indeed were really impossible. // /// </a:t>
            </a:r>
          </a:p>
        </p:txBody>
      </p:sp>
      <p:sp>
        <p:nvSpPr>
          <p:cNvPr id="4" name="">
            <a:extLst xmlns:a="http://schemas.openxmlformats.org/drawingml/2006/main">
              <a:ext uri="{FF2B5EF4-FFF2-40B4-BE49-F238E27FC236}">
                <a16:creationId xmlns:a16="http://schemas.microsoft.com/office/drawing/2014/main" id="{FF1AAFBE-C023-411F-ADFF-75D810346508}"/>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F6A0B28F-E13F-486E-B092-872E06B7BEB1}"/>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008772199"/>
      </p:ext>
    </p:extLst>
  </p:cSld>
</p:sld>
</file>

<file path=ppt/slides/slide2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4C1A7A-BE3D-415A-9AE2-BD63F75585CA}"/>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P15 / The bottle</a:t>
            </a:r>
          </a:p>
        </p:txBody>
      </p:sp>
      <p:sp>
        <p:nvSpPr>
          <p:cNvPr id="2" name="">
            <a:extLst xmlns:a="http://schemas.openxmlformats.org/drawingml/2006/main">
              <a:ext uri="{FF2B5EF4-FFF2-40B4-BE49-F238E27FC236}">
                <a16:creationId xmlns:a16="http://schemas.microsoft.com/office/drawing/2014/main" id="{CE08B137-8FFB-4DCD-B9D1-D09E1410A43D}"/>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|DRINK|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ME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BF17EE0D-312F-4265-AF06-E873FF55EFFE}"/>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$$Observant discovery, gentle suspense$$ There seemed to be no use in waiting by the little door, so she went back to the table, half hoping she might find another key on it, or at any rate a book of rules for shutting people up like telescopes: / this time she found a little bottle on it, ( // [Alice: Surprised, tentative] ‘which certainly was not here before,’ // $$Observant discovery, gentle suspense$$ said Alice,) and round the neck of the bottle was a paper label, with the words // $$Observant discovery, gentle suspense$$ ‘DRINK ME’ // $$Observant discovery, gentle suspense$$ beautifully printed on it in large letters. // /// </a:t>
            </a:r>
          </a:p>
        </p:txBody>
      </p:sp>
      <p:sp>
        <p:nvSpPr>
          <p:cNvPr id="4" name="">
            <a:extLst xmlns:a="http://schemas.openxmlformats.org/drawingml/2006/main">
              <a:ext uri="{FF2B5EF4-FFF2-40B4-BE49-F238E27FC236}">
                <a16:creationId xmlns:a16="http://schemas.microsoft.com/office/drawing/2014/main" id="{18410962-074B-45FE-835D-B4E301E2622C}"/>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A8BFA4BC-2A25-4421-9F60-B4F8E1D4D3FF}"/>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419735675"/>
      </p:ext>
    </p:extLst>
  </p:cSld>
</p:sld>
</file>

<file path=ppt/slides/slide2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91C9BA-3F80-4803-B248-6CA40D797DF4}"/>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P16 / The rules / 1 of 2</a:t>
            </a:r>
          </a:p>
        </p:txBody>
      </p:sp>
      <p:sp>
        <p:nvSpPr>
          <p:cNvPr id="2" name="">
            <a:extLst xmlns:a="http://schemas.openxmlformats.org/drawingml/2006/main">
              <a:ext uri="{FF2B5EF4-FFF2-40B4-BE49-F238E27FC236}">
                <a16:creationId xmlns:a16="http://schemas.microsoft.com/office/drawing/2014/main" id="{90BCE023-A694-4DC3-8BA4-2A79370639B1}"/>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|DRINK|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ME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244A9CAD-35C2-43B0-A40D-5695F79C5008}"/>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$$Patient explanation, clear warning without menace$$ It was all very well to say // $$Patient explanation, clear warning without menace$$ ‘Drink me,’ // $$Patient explanation, clear warning without menace$$ but the wise little Alice was not going to do THAT in a hurry. // // [Alice: Cautious, inspecting] ‘No, I’ll look first,’ // $$Patient explanation, clear warning without menace$$ she said, // [Alice: Cautious, inspecting] ‘and see whether it’s marked “poison” or not’ // $$Patient explanation, clear warning without menace$$ ; / for she had read several nice little histories about children who had got burnt, and eaten up by wild beasts and</a:t>
            </a:r>
          </a:p>
        </p:txBody>
      </p:sp>
      <p:sp>
        <p:nvSpPr>
          <p:cNvPr id="4" name="">
            <a:extLst xmlns:a="http://schemas.openxmlformats.org/drawingml/2006/main">
              <a:ext uri="{FF2B5EF4-FFF2-40B4-BE49-F238E27FC236}">
                <a16:creationId xmlns:a16="http://schemas.microsoft.com/office/drawing/2014/main" id="{0B71C3FD-90F7-41DE-8556-A41F5563ABCB}"/>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EB657168-B566-4D0E-BE94-D2AE4E39C0F3}"/>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995468604"/>
      </p:ext>
    </p:extLst>
  </p:cSld>
</p:sld>
</file>

<file path=ppt/slides/slide2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66E108-142E-43EF-8D6C-92F7334943EE}"/>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P16 / The rules / 2 of 2</a:t>
            </a:r>
          </a:p>
        </p:txBody>
      </p:sp>
      <p:sp>
        <p:nvSpPr>
          <p:cNvPr id="2" name="">
            <a:extLst xmlns:a="http://schemas.openxmlformats.org/drawingml/2006/main">
              <a:ext uri="{FF2B5EF4-FFF2-40B4-BE49-F238E27FC236}">
                <a16:creationId xmlns:a16="http://schemas.microsoft.com/office/drawing/2014/main" id="{560B5D5A-2AA5-4036-8D60-BC1B8AFC9C43}"/>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|DRINK|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ME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70CA712C-39CD-4C25-979F-F8B83E5E279C}"/>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other unpleasant things, all because they WOULD not remember the simple rules their friends had taught them: / such as, that a red-hot poker will burn you if you hold it too long; / and that if you cut your finger VERY deeply with a knife, it usually bleeds; / and she had never forgotten that, if you drink much from a bottle marked // $$Patient explanation, clear warning without menace$$ ‘poison,’ // $$Patient explanation, clear warning without menace$$ it is almost certain to disagree with you, sooner or later. // /// </a:t>
            </a:r>
          </a:p>
        </p:txBody>
      </p:sp>
      <p:sp>
        <p:nvSpPr>
          <p:cNvPr id="4" name="">
            <a:extLst xmlns:a="http://schemas.openxmlformats.org/drawingml/2006/main">
              <a:ext uri="{FF2B5EF4-FFF2-40B4-BE49-F238E27FC236}">
                <a16:creationId xmlns:a16="http://schemas.microsoft.com/office/drawing/2014/main" id="{044D180F-B929-4099-B294-FD443346B8E3}"/>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B1B2C5CA-681B-4E50-96A2-983D3833ADA1}"/>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99140431"/>
      </p:ext>
    </p:extLst>
  </p:cSld>
</p:sld>
</file>

<file path=ppt/slides/slide2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8C7B59-38B4-40EC-9922-CEDF67E88C55}"/>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P17 / The taste</a:t>
            </a:r>
          </a:p>
        </p:txBody>
      </p:sp>
      <p:sp>
        <p:nvSpPr>
          <p:cNvPr id="2" name="">
            <a:extLst xmlns:a="http://schemas.openxmlformats.org/drawingml/2006/main">
              <a:ext uri="{FF2B5EF4-FFF2-40B4-BE49-F238E27FC236}">
                <a16:creationId xmlns:a16="http://schemas.microsoft.com/office/drawing/2014/main" id="{BCCA1B0F-7ED0-41FE-A50C-5B044AE5DE71}"/>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|DRINK|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ME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3852822F-9BB3-4CC5-BDDE-00CCB27B1FEC}"/>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$$Warm catalogue of flavours, then a beat$$ However, this bottle was NOT marked // $$Warm catalogue of flavours, then a beat$$ ‘poison,’ // $$Warm catalogue of flavours, then a beat$$ so Alice ventured to taste it, and finding it very nice, (it had, in fact, a sort of mixed flavour of cherry-tart, custard, pine-apple, roast turkey, toffee, and hot buttered toast,) she very soon finished it off. // * * * /// </a:t>
            </a:r>
          </a:p>
        </p:txBody>
      </p:sp>
      <p:sp>
        <p:nvSpPr>
          <p:cNvPr id="4" name="">
            <a:extLst xmlns:a="http://schemas.openxmlformats.org/drawingml/2006/main">
              <a:ext uri="{FF2B5EF4-FFF2-40B4-BE49-F238E27FC236}">
                <a16:creationId xmlns:a16="http://schemas.microsoft.com/office/drawing/2014/main" id="{A56CE294-5EF2-4A62-A2D7-6477DD5DADF6}"/>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3E5A77B6-9ECD-4106-8A26-A770D0EB479D}"/>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544261316"/>
      </p:ext>
    </p:extLst>
  </p:cSld>
</p:sld>
</file>

<file path=ppt/slides/slide2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0C5A9B-B468-4403-BD5B-D0926630C89F}"/>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P18 / The change</a:t>
            </a:r>
          </a:p>
        </p:txBody>
      </p:sp>
      <p:sp>
        <p:nvSpPr>
          <p:cNvPr id="2" name="">
            <a:extLst xmlns:a="http://schemas.openxmlformats.org/drawingml/2006/main">
              <a:ext uri="{FF2B5EF4-FFF2-40B4-BE49-F238E27FC236}">
                <a16:creationId xmlns:a16="http://schemas.microsoft.com/office/drawing/2014/main" id="{9D21E26C-E232-4D25-9AA8-82B551DE765B}"/>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o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|_|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/___\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AE8492D6-C68E-4BC0-B1DB-615B7B93D164}"/>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[Alice: Surprise, testing her body] ‘What a curious feeling!’ // $$Wonder held in restraint$$ said Alice; / // [Alice: Surprise, testing her body] ‘I must be shutting up like a telescope.’ // $$Wonder held in restraint$$ And so it was indeed: / she was now only ten inches high, and her face brightened up at the thought that she was now the right size for going through the little door into that lovely garden. // /// </a:t>
            </a:r>
          </a:p>
        </p:txBody>
      </p:sp>
      <p:sp>
        <p:nvSpPr>
          <p:cNvPr id="4" name="">
            <a:extLst xmlns:a="http://schemas.openxmlformats.org/drawingml/2006/main">
              <a:ext uri="{FF2B5EF4-FFF2-40B4-BE49-F238E27FC236}">
                <a16:creationId xmlns:a16="http://schemas.microsoft.com/office/drawing/2014/main" id="{5424C0FB-22BC-4415-97A7-F9896C066303}"/>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14834408-0A92-4113-B04C-BEEB543F4EE4}"/>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974305623"/>
      </p:ext>
    </p:extLst>
  </p:cSld>
</p:sld>
</file>

<file path=ppt/slides/slide2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E92089-A938-448C-A846-9F55A0FC6CC9}"/>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P19 / The candle / 1 of 2</a:t>
            </a:r>
          </a:p>
        </p:txBody>
      </p:sp>
      <p:sp>
        <p:nvSpPr>
          <p:cNvPr id="2" name="">
            <a:extLst xmlns:a="http://schemas.openxmlformats.org/drawingml/2006/main">
              <a:ext uri="{FF2B5EF4-FFF2-40B4-BE49-F238E27FC236}">
                <a16:creationId xmlns:a16="http://schemas.microsoft.com/office/drawing/2014/main" id="{168083D5-6353-41E6-A175-AB81E5C568D7}"/>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BD93E027-208E-45C5-9113-A2674D060EF4}"/>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$$Quiet uncertainty, slow the imagined disappearance$$ First, however, she waited for a few minutes to see if she was going to shrink any further: / she felt a little nervous about this; / // [Alice: Small voice, worried inquiry] ‘for it might end, you know,’ // $$Quiet uncertainty, slow the imagined disappearance$$ said Alice to herself, // [Alice: Small voice, worried inquiry] ‘in my going out altogether, like a candle. // I wonder what I should be like then?’ // $$Quiet uncertainty, slow the imagined disappearance$$ And she tried to fancy what the flame of a candle is like after the candle is blown out, for she could not remember ever</a:t>
            </a:r>
          </a:p>
        </p:txBody>
      </p:sp>
      <p:sp>
        <p:nvSpPr>
          <p:cNvPr id="4" name="">
            <a:extLst xmlns:a="http://schemas.openxmlformats.org/drawingml/2006/main">
              <a:ext uri="{FF2B5EF4-FFF2-40B4-BE49-F238E27FC236}">
                <a16:creationId xmlns:a16="http://schemas.microsoft.com/office/drawing/2014/main" id="{6BDCBF98-ED9F-4E35-A5C4-9A4F4E475CE6}"/>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23CD9287-78A5-404D-AFEE-89922712E706}"/>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698173440"/>
      </p:ext>
    </p:extLst>
  </p:cSld>
</p:sld>
</file>

<file path=ppt/slides/slide2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EE22C8-76A7-4D69-8A6F-38B2106EDE7D}"/>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P19 / The candle / 2 of 2</a:t>
            </a:r>
          </a:p>
        </p:txBody>
      </p:sp>
      <p:sp>
        <p:nvSpPr>
          <p:cNvPr id="2" name="">
            <a:extLst xmlns:a="http://schemas.openxmlformats.org/drawingml/2006/main">
              <a:ext uri="{FF2B5EF4-FFF2-40B4-BE49-F238E27FC236}">
                <a16:creationId xmlns:a16="http://schemas.microsoft.com/office/drawing/2014/main" id="{5F792AEC-E68B-4CC4-8530-EA0CDC8177FD}"/>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17599D89-7E2A-4647-A461-6DB88A5A70BF}"/>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having seen such a thing. // /// </a:t>
            </a:r>
          </a:p>
        </p:txBody>
      </p:sp>
      <p:sp>
        <p:nvSpPr>
          <p:cNvPr id="4" name="">
            <a:extLst xmlns:a="http://schemas.openxmlformats.org/drawingml/2006/main">
              <a:ext uri="{FF2B5EF4-FFF2-40B4-BE49-F238E27FC236}">
                <a16:creationId xmlns:a16="http://schemas.microsoft.com/office/drawing/2014/main" id="{A7143137-BBC8-492F-9DFD-C3A81ECDA158}"/>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D33B00BD-F23A-4B19-B9C9-938FBC22B5B5}"/>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359837074"/>
      </p:ext>
    </p:extLst>
  </p:cSld>
</p:sld>
</file>

<file path=ppt/slides/slide2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1B7CBB-A3BA-438C-A5A4-D7D750AFBDC6}"/>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P20 / Out of reach</a:t>
            </a:r>
          </a:p>
        </p:txBody>
      </p:sp>
      <p:sp>
        <p:nvSpPr>
          <p:cNvPr id="2" name="">
            <a:extLst xmlns:a="http://schemas.openxmlformats.org/drawingml/2006/main">
              <a:ext uri="{FF2B5EF4-FFF2-40B4-BE49-F238E27FC236}">
                <a16:creationId xmlns:a16="http://schemas.microsoft.com/office/drawing/2014/main" id="{BA372215-78FD-46DD-8AED-8AA6C8D199D4}"/>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OUT OF REACH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7A0C03AB-C187-47F5-B26D-030387E8018C}"/>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$$Hope turns to frustration$$ After a while, finding that nothing more happened, she decided on going into the garden at once; / but, alas for poor Alice! // when she got to the door, she found she had forgotten the little golden key, and when she went back to the table for it, she found she could not possibly reach it: / she could see it quite plainly through the glass, and she tried her best to climb up one of the legs of the table, but it was too slippery; / and when she had tired herself out with trying, the poor little thing sat down and cried. // /// </a:t>
            </a:r>
          </a:p>
        </p:txBody>
      </p:sp>
      <p:sp>
        <p:nvSpPr>
          <p:cNvPr id="4" name="">
            <a:extLst xmlns:a="http://schemas.openxmlformats.org/drawingml/2006/main">
              <a:ext uri="{FF2B5EF4-FFF2-40B4-BE49-F238E27FC236}">
                <a16:creationId xmlns:a16="http://schemas.microsoft.com/office/drawing/2014/main" id="{08055AAD-3FBE-4BF7-85B2-DD0AF062688C}"/>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56BB1736-F782-4EF4-8FF3-28CC73F7FA6C}"/>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515106252"/>
      </p:ext>
    </p:extLst>
  </p:cSld>
</p:sld>
</file>

<file path=ppt/slides/slide2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47AF80-3F0A-42FA-89CC-D97E94C5EB7C}"/>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P21 / The argument / 1 of 2</a:t>
            </a:r>
          </a:p>
        </p:txBody>
      </p:sp>
      <p:sp>
        <p:nvSpPr>
          <p:cNvPr id="2" name="">
            <a:extLst xmlns:a="http://schemas.openxmlformats.org/drawingml/2006/main">
              <a:ext uri="{FF2B5EF4-FFF2-40B4-BE49-F238E27FC236}">
                <a16:creationId xmlns:a16="http://schemas.microsoft.com/office/drawing/2014/main" id="{F5CD634C-81CA-41D0-9F60-63A44A73C7F9}"/>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STOP CRYING!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8A7B7432-C6D9-4D7E-8AFD-04463912F3AE}"/>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[Alice: Firm self-command, then discouraged] ‘Come, there’s no use in crying like that!’ // $$Dry, affectionate irony in the commentary$$ said Alice to herself, rather sharply; / // [Alice: Firm self-command, then discouraged] ‘I advise you to leave off this minute!’ // $$Dry, affectionate irony in the commentary$$ She generally gave herself very good advice, (though she very seldom followed it), and sometimes she scolded herself so severely as to bring tears into her eyes; / and once she remembered trying to box her own ears for having cheated herself in a game of croquet she was playing against herself, for this curious child was very fond</a:t>
            </a:r>
          </a:p>
        </p:txBody>
      </p:sp>
      <p:sp>
        <p:nvSpPr>
          <p:cNvPr id="4" name="">
            <a:extLst xmlns:a="http://schemas.openxmlformats.org/drawingml/2006/main">
              <a:ext uri="{FF2B5EF4-FFF2-40B4-BE49-F238E27FC236}">
                <a16:creationId xmlns:a16="http://schemas.microsoft.com/office/drawing/2014/main" id="{A6736ABA-ADA2-4AEB-903E-FCAC948EFDC4}"/>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AD91F845-250A-40D6-B67F-CD9ECE1D7E6E}"/>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242659081"/>
      </p:ext>
    </p:extLst>
  </p:cSld>
</p:sld>
</file>

<file path=ppt/slides/slide3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627412-F640-45CC-910E-7144E6378AB5}"/>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P21 / The argument / 2 of 2</a:t>
            </a:r>
          </a:p>
        </p:txBody>
      </p:sp>
      <p:sp>
        <p:nvSpPr>
          <p:cNvPr id="2" name="">
            <a:extLst xmlns:a="http://schemas.openxmlformats.org/drawingml/2006/main">
              <a:ext uri="{FF2B5EF4-FFF2-40B4-BE49-F238E27FC236}">
                <a16:creationId xmlns:a16="http://schemas.microsoft.com/office/drawing/2014/main" id="{3F5610D2-707F-48B7-81C1-7A869A7DA4B7}"/>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STOP CRYING!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8FE4D795-50F6-4D41-8F3E-50A87209F7B8}"/>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of pretending to be two people. // // [Alice: Firm self-command, then discouraged] ‘But it’s no use now,’ // $$Dry, affectionate irony in the commentary$$ thought poor Alice, // [Alice: Firm self-command, then discouraged] ‘to pretend to be two people! // Why, there’s hardly enough of me left to make ONE respectable person!’ // $$Dry, affectionate irony in the commentary$$ /// </a:t>
            </a:r>
          </a:p>
        </p:txBody>
      </p:sp>
      <p:sp>
        <p:nvSpPr>
          <p:cNvPr id="4" name="">
            <a:extLst xmlns:a="http://schemas.openxmlformats.org/drawingml/2006/main">
              <a:ext uri="{FF2B5EF4-FFF2-40B4-BE49-F238E27FC236}">
                <a16:creationId xmlns:a16="http://schemas.microsoft.com/office/drawing/2014/main" id="{EBAC56F8-9C52-4A53-8CCD-C38BC2EEA411}"/>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93567C04-70D6-438B-A713-8731CAC2978A}"/>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269016503"/>
      </p:ext>
    </p:extLst>
  </p:cSld>
</p:sld>
</file>

<file path=ppt/slides/slide3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01FED0-7C45-40EF-9369-032AA70F65D7}"/>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P22 / The cake / 1 of 2</a:t>
            </a:r>
          </a:p>
        </p:txBody>
      </p:sp>
      <p:sp>
        <p:nvSpPr>
          <p:cNvPr id="2" name="">
            <a:extLst xmlns:a="http://schemas.openxmlformats.org/drawingml/2006/main">
              <a:ext uri="{FF2B5EF4-FFF2-40B4-BE49-F238E27FC236}">
                <a16:creationId xmlns:a16="http://schemas.microsoft.com/office/drawing/2014/main" id="{97324946-D724-4271-9356-FB533AE24748}"/>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|EAT ME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6A7C41BA-A772-48F0-9F01-9071ED307CFC}"/>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$$A new possibility, measured anticipation$$ Soon her eye fell on a little glass box that was lying under the table: / she opened it, and found in it a very small cake, on which the words // $$A new possibility, measured anticipation$$ ‘EAT ME’ // $$A new possibility, measured anticipation$$ were beautifully marked in currants. // // [Alice: Practical resolve, determined] ‘Well, I’ll eat it,’ // $$A new possibility, measured anticipation$$ said Alice, // [Alice: Practical resolve, determined] ‘and if it makes me grow larger, I can reach the key; / and if it makes me grow smaller, I can creep under the door; / so either way I’ll get into the</a:t>
            </a:r>
          </a:p>
        </p:txBody>
      </p:sp>
      <p:sp>
        <p:nvSpPr>
          <p:cNvPr id="4" name="">
            <a:extLst xmlns:a="http://schemas.openxmlformats.org/drawingml/2006/main">
              <a:ext uri="{FF2B5EF4-FFF2-40B4-BE49-F238E27FC236}">
                <a16:creationId xmlns:a16="http://schemas.microsoft.com/office/drawing/2014/main" id="{43D912DA-0B5B-4F0B-A7E9-0BC80093D05F}"/>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492A8CBD-5201-4E9C-9440-C570CE0AC852}"/>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294447256"/>
      </p:ext>
    </p:extLst>
  </p:cSld>
</p:sld>
</file>

<file path=ppt/slides/slide3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B06FFD-A65D-4345-94ED-286AA0A35D6F}"/>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P22 / The cake / 2 of 2</a:t>
            </a:r>
          </a:p>
        </p:txBody>
      </p:sp>
      <p:sp>
        <p:nvSpPr>
          <p:cNvPr id="2" name="">
            <a:extLst xmlns:a="http://schemas.openxmlformats.org/drawingml/2006/main">
              <a:ext uri="{FF2B5EF4-FFF2-40B4-BE49-F238E27FC236}">
                <a16:creationId xmlns:a16="http://schemas.microsoft.com/office/drawing/2014/main" id="{35A7181C-715C-4A5D-A57F-396C0C842509}"/>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|EAT ME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89FE6813-D7CB-4C9A-8BA4-4AE6EB50D999}"/>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garden, and I don’t care which happens!’ // $$A new possibility, measured anticipation$$ /// </a:t>
            </a:r>
          </a:p>
        </p:txBody>
      </p:sp>
      <p:sp>
        <p:nvSpPr>
          <p:cNvPr id="4" name="">
            <a:extLst xmlns:a="http://schemas.openxmlformats.org/drawingml/2006/main">
              <a:ext uri="{FF2B5EF4-FFF2-40B4-BE49-F238E27FC236}">
                <a16:creationId xmlns:a16="http://schemas.microsoft.com/office/drawing/2014/main" id="{266EA98A-7F88-4ECC-8949-CB62804BB6CD}"/>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F909B2FA-FB6B-4D0F-A46B-09F675404538}"/>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864258665"/>
      </p:ext>
    </p:extLst>
  </p:cSld>
</p:sld>
</file>

<file path=ppt/slides/slide3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00D36A-95F5-46C8-8110-0C51A371E325}"/>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P23 / Which way?</a:t>
            </a:r>
          </a:p>
        </p:txBody>
      </p:sp>
      <p:sp>
        <p:nvSpPr>
          <p:cNvPr id="2" name="">
            <a:extLst xmlns:a="http://schemas.openxmlformats.org/drawingml/2006/main">
              <a:ext uri="{FF2B5EF4-FFF2-40B4-BE49-F238E27FC236}">
                <a16:creationId xmlns:a16="http://schemas.microsoft.com/office/drawing/2014/main" id="{EA0D01A3-32C5-47F6-A729-027CE4865793}"/>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WHICH WAY?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|EAT ME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79E59C3A-6B0F-4132-9BA4-D4E04F91C73A}"/>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$$Wait with her, then restore a conversational rhythm$$ She ate a little bit, and said anxiously to herself, // [Alice: Anxious expectation, then perplexed] ‘Which way? // Which way?’ // $$Wait with her, then restore a conversational rhythm$$ , holding her hand on the top of her head to feel which way it was growing, and she was quite surprised to find that she remained the same size: / to be sure, this generally happens when one eats cake, but Alice had got so much into the way of expecting nothing but out-of-the-way things to happen, that it seemed quite dull and stupid for life to go on in the common way. // /// </a:t>
            </a:r>
          </a:p>
        </p:txBody>
      </p:sp>
      <p:sp>
        <p:nvSpPr>
          <p:cNvPr id="4" name="">
            <a:extLst xmlns:a="http://schemas.openxmlformats.org/drawingml/2006/main">
              <a:ext uri="{FF2B5EF4-FFF2-40B4-BE49-F238E27FC236}">
                <a16:creationId xmlns:a16="http://schemas.microsoft.com/office/drawing/2014/main" id="{9D55B6BC-D990-4BE8-B8FB-0A86490C55F2}"/>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11E80E07-62F7-4DBA-AC39-86C7A32C67AA}"/>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265986923"/>
      </p:ext>
    </p:extLst>
  </p:cSld>
</p:sld>
</file>

<file path=ppt/slides/slide3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58DBCB-554E-46DE-9F91-0CE514F5259E}"/>
              </a:ext>
            </a:extLst>
          </p:cNvPr>
          <p:cNvSpPr>
            <a:spLocks xmlns:a="http://schemas.openxmlformats.org/drawingml/2006/main" noGrp="1"/>
          </p:cNvSpPr>
          <p:nvPr/>
        </p:nvSpPr>
        <p:spPr>
          <a:xfrm xmlns:a="http://schemas.openxmlformats.org/drawingml/2006/main">
            <a:off x="428625"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191919"/>
                </a:solidFill>
                <a:latin typeface="DejaVu Sans"/>
                <a:ea typeface="DejaVu Sans"/>
                <a:cs typeface="DejaVu Sans"/>
              </a:defRPr>
            </a:pPr>
            <a:r>
              <a:rPr sz="2850">
                <a:solidFill>
                  <a:srgbClr val="191919"/>
                </a:solidFill>
                <a:latin typeface="DejaVu Sans"/>
                <a:ea typeface="DejaVu Sans"/>
                <a:cs typeface="DejaVu Sans"/>
              </a:rPr>
              <a:t>P24 / The decision</a:t>
            </a:r>
          </a:p>
        </p:txBody>
      </p:sp>
      <p:sp>
        <p:nvSpPr>
          <p:cNvPr id="2" name="">
            <a:extLst xmlns:a="http://schemas.openxmlformats.org/drawingml/2006/main">
              <a:ext uri="{FF2B5EF4-FFF2-40B4-BE49-F238E27FC236}">
                <a16:creationId xmlns:a16="http://schemas.microsoft.com/office/drawing/2014/main" id="{B5E9D1B2-B92E-440D-A002-28B2A64F78AA}"/>
              </a:ext>
            </a:extLst>
          </p:cNvPr>
          <p:cNvSpPr>
            <a:spLocks xmlns:a="http://schemas.openxmlformats.org/drawingml/2006/main" noGrp="1"/>
          </p:cNvSpPr>
          <p:nvPr/>
        </p:nvSpPr>
        <p:spPr>
          <a:xfrm xmlns:a="http://schemas.openxmlformats.org/drawingml/2006/main">
            <a:off x="381000" y="1114425"/>
            <a:ext cx="6191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o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|EAT ME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 |                   |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                                                                          |</a:t>
            </a:r>
          </a:p>
          <a:p xmlns:a="http://schemas.openxmlformats.org/drawingml/2006/main">
            <a:pPr>
              <a:defRPr sz="900">
                <a:solidFill>
                  <a:srgbClr val="191919"/>
                </a:solidFill>
                <a:latin typeface="DejaVu Sans Mono"/>
                <a:ea typeface="DejaVu Sans Mono"/>
                <a:cs typeface="DejaVu Sans Mono"/>
              </a:defRPr>
            </a:pPr>
            <a:r>
              <a:rPr sz="900">
                <a:solidFill>
                  <a:srgbClr val="191919"/>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2DCF7171-89C2-4AA9-98B0-EE777AD0E638}"/>
              </a:ext>
            </a:extLst>
          </p:cNvPr>
          <p:cNvSpPr>
            <a:spLocks xmlns:a="http://schemas.openxmlformats.org/drawingml/2006/main" noGrp="1"/>
          </p:cNvSpPr>
          <p:nvPr/>
        </p:nvSpPr>
        <p:spPr>
          <a:xfrm xmlns:a="http://schemas.openxmlformats.org/drawingml/2006/main">
            <a:off x="6800850" y="1095375"/>
            <a:ext cx="4953000" cy="469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91919"/>
                </a:solidFill>
                <a:latin typeface="DejaVu Sans"/>
                <a:ea typeface="DejaVu Sans"/>
                <a:cs typeface="DejaVu Sans"/>
              </a:defRPr>
            </a:pPr>
            <a:r>
              <a:rPr sz="1575">
                <a:solidFill>
                  <a:srgbClr val="191919"/>
                </a:solidFill>
                <a:latin typeface="DejaVu Sans"/>
                <a:ea typeface="DejaVu Sans"/>
                <a:cs typeface="DejaVu Sans"/>
              </a:rPr>
              <a:t>$$Conclusive, leave space afterward$$ So she set to work, and very soon finished off the cake. /// </a:t>
            </a:r>
          </a:p>
        </p:txBody>
      </p:sp>
      <p:sp>
        <p:nvSpPr>
          <p:cNvPr id="4" name="">
            <a:extLst xmlns:a="http://schemas.openxmlformats.org/drawingml/2006/main">
              <a:ext uri="{FF2B5EF4-FFF2-40B4-BE49-F238E27FC236}">
                <a16:creationId xmlns:a16="http://schemas.microsoft.com/office/drawing/2014/main" id="{F1F911CE-6832-46E2-A7ED-FBD5D58902B3}"/>
              </a:ext>
            </a:extLst>
          </p:cNvPr>
          <p:cNvSpPr>
            <a:spLocks xmlns:a="http://schemas.openxmlformats.org/drawingml/2006/main" noGrp="1"/>
          </p:cNvSpPr>
          <p:nvPr/>
        </p:nvSpPr>
        <p:spPr>
          <a:xfrm xmlns:a="http://schemas.openxmlformats.org/drawingml/2006/main">
            <a:off x="428625" y="62198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62625C"/>
                </a:solidFill>
                <a:latin typeface="DejaVu Sans Mono"/>
                <a:ea typeface="DejaVu Sans Mono"/>
                <a:cs typeface="DejaVu Sans Mono"/>
              </a:defRPr>
            </a:pPr>
            <a:r>
              <a:rPr sz="1200">
                <a:solidFill>
                  <a:srgbClr val="62625C"/>
                </a:solidFill>
                <a:latin typeface="DejaVu Sans Mono"/>
                <a:ea typeface="DejaVu Sans Mono"/>
                <a:cs typeface="DejaVu Sans Mono"/>
              </a:rPr>
              <a:t>ALICE / CHAPTER I</a:t>
            </a:r>
          </a:p>
        </p:txBody>
      </p:sp>
      <p:sp>
        <p:nvSpPr>
          <p:cNvPr id="5" name="">
            <a:extLst xmlns:a="http://schemas.openxmlformats.org/drawingml/2006/main">
              <a:ext uri="{FF2B5EF4-FFF2-40B4-BE49-F238E27FC236}">
                <a16:creationId xmlns:a16="http://schemas.microsoft.com/office/drawing/2014/main" id="{8E31B0D7-25C8-466D-95DE-F648040F94D3}"/>
              </a:ext>
            </a:extLst>
          </p:cNvPr>
          <p:cNvSpPr>
            <a:spLocks xmlns:a="http://schemas.openxmlformats.org/drawingml/2006/main" noGrp="1"/>
          </p:cNvSpPr>
          <p:nvPr/>
        </p:nvSpPr>
        <p:spPr>
          <a:xfrm xmlns:a="http://schemas.openxmlformats.org/drawingml/2006/main">
            <a:off x="6791325" y="62198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62625C"/>
                </a:solidFill>
                <a:latin typeface="DejaVu Sans Mono"/>
                <a:ea typeface="DejaVu Sans Mono"/>
                <a:cs typeface="DejaVu Sans Mono"/>
              </a:defRPr>
            </a:pPr>
            <a:r>
              <a:rPr sz="1050">
                <a:solidFill>
                  <a:srgbClr val="62625C"/>
                </a:solidFill>
                <a:latin typeface="DejaVu Sans Mono"/>
                <a:ea typeface="DejaVu Sans Mono"/>
                <a:cs typeface="DejaVu Sans Mono"/>
              </a:rPr>
              <a:t>[voice]  $$narrator$$  /  //  ///</a:t>
            </a:r>
          </a:p>
        </p:txBody>
      </p:sp>
    </p:spTree>
    <p:extLst>
      <p:ext uri="{BB962C8B-B14F-4D97-AF65-F5344CB8AC3E}">
        <p14:creationId xmlns:p14="http://schemas.microsoft.com/office/powerpoint/2010/main" val="1881135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2026-09-27T13:35:07.7990000Z</dcterms:created>
  <dcterms:modified xsi:type="dcterms:W3CDTF">2026-09-27T13:35:07.7990000Z</dcterms:modified>
</coreProperties>
</file>